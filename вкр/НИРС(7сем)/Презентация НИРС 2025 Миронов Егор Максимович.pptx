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6" r:id="rId4"/>
    <p:sldId id="272" r:id="rId5"/>
    <p:sldId id="271" r:id="rId6"/>
    <p:sldId id="259" r:id="rId7"/>
    <p:sldId id="260" r:id="rId8"/>
    <p:sldId id="262" r:id="rId9"/>
    <p:sldId id="261" r:id="rId10"/>
    <p:sldId id="273" r:id="rId11"/>
    <p:sldId id="270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EBDDF66-CC12-7C46-BE5A-D2C5EDEE6575}">
          <p14:sldIdLst>
            <p14:sldId id="256"/>
            <p14:sldId id="257"/>
            <p14:sldId id="266"/>
            <p14:sldId id="272"/>
            <p14:sldId id="271"/>
            <p14:sldId id="259"/>
            <p14:sldId id="260"/>
            <p14:sldId id="262"/>
            <p14:sldId id="261"/>
            <p14:sldId id="273"/>
            <p14:sldId id="270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BC7C6-3573-4A40-8890-DD6DB2C9AC99}" v="30" dt="2025-12-25T04:31:07.493"/>
    <p1510:client id="{E35F912A-97F0-6244-945A-6760242C69D6}" v="15" dt="2025-12-25T10:10:38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56" autoAdjust="0"/>
    <p:restoredTop sz="94716"/>
  </p:normalViewPr>
  <p:slideViewPr>
    <p:cSldViewPr snapToGrid="0">
      <p:cViewPr varScale="1">
        <p:scale>
          <a:sx n="114" d="100"/>
          <a:sy n="114" d="100"/>
        </p:scale>
        <p:origin x="168" y="4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егор миронов" userId="e171f752757be9da" providerId="LiveId" clId="{BECD5A28-A78F-5F4F-A49C-83F5582C0356}"/>
    <pc:docChg chg="undo redo custSel addSld delSld modSld sldOrd addSection delSection modSection">
      <pc:chgData name="егор миронов" userId="e171f752757be9da" providerId="LiveId" clId="{BECD5A28-A78F-5F4F-A49C-83F5582C0356}" dt="2025-12-25T12:21:18.574" v="1399" actId="20577"/>
      <pc:docMkLst>
        <pc:docMk/>
      </pc:docMkLst>
      <pc:sldChg chg="modSp mod">
        <pc:chgData name="егор миронов" userId="e171f752757be9da" providerId="LiveId" clId="{BECD5A28-A78F-5F4F-A49C-83F5582C0356}" dt="2025-12-25T12:21:18.574" v="1399" actId="20577"/>
        <pc:sldMkLst>
          <pc:docMk/>
          <pc:sldMk cId="3139174563" sldId="256"/>
        </pc:sldMkLst>
        <pc:spChg chg="mod">
          <ac:chgData name="егор миронов" userId="e171f752757be9da" providerId="LiveId" clId="{BECD5A28-A78F-5F4F-A49C-83F5582C0356}" dt="2025-12-25T12:21:18.574" v="1399" actId="20577"/>
          <ac:spMkLst>
            <pc:docMk/>
            <pc:sldMk cId="3139174563" sldId="256"/>
            <ac:spMk id="2" creationId="{1D05E482-5E54-788D-0AC3-9F519A39CC2A}"/>
          </ac:spMkLst>
        </pc:spChg>
      </pc:sldChg>
      <pc:sldChg chg="addSp modSp">
        <pc:chgData name="егор миронов" userId="e171f752757be9da" providerId="LiveId" clId="{BECD5A28-A78F-5F4F-A49C-83F5582C0356}" dt="2025-12-25T10:04:34.424" v="495"/>
        <pc:sldMkLst>
          <pc:docMk/>
          <pc:sldMk cId="628835547" sldId="261"/>
        </pc:sldMkLst>
        <pc:picChg chg="add mod">
          <ac:chgData name="егор миронов" userId="e171f752757be9da" providerId="LiveId" clId="{BECD5A28-A78F-5F4F-A49C-83F5582C0356}" dt="2025-12-25T10:04:34.424" v="495"/>
          <ac:picMkLst>
            <pc:docMk/>
            <pc:sldMk cId="628835547" sldId="261"/>
            <ac:picMk id="4" creationId="{A171DDD3-13D2-EE69-E544-33B68CE638E5}"/>
          </ac:picMkLst>
        </pc:picChg>
      </pc:sldChg>
      <pc:sldChg chg="addSp delSp modSp del mod modClrScheme delDesignElem chgLayout">
        <pc:chgData name="егор миронов" userId="e171f752757be9da" providerId="LiveId" clId="{BECD5A28-A78F-5F4F-A49C-83F5582C0356}" dt="2025-12-25T10:05:38.915" v="499" actId="2696"/>
        <pc:sldMkLst>
          <pc:docMk/>
          <pc:sldMk cId="1568002164" sldId="264"/>
        </pc:sldMkLst>
        <pc:spChg chg="mod ord">
          <ac:chgData name="егор миронов" userId="e171f752757be9da" providerId="LiveId" clId="{BECD5A28-A78F-5F4F-A49C-83F5582C0356}" dt="2025-12-25T09:50:45.034" v="86" actId="700"/>
          <ac:spMkLst>
            <pc:docMk/>
            <pc:sldMk cId="1568002164" sldId="264"/>
            <ac:spMk id="2" creationId="{5033AABB-4ED1-D087-0C00-5A8C2B91B858}"/>
          </ac:spMkLst>
        </pc:spChg>
        <pc:spChg chg="mod ord">
          <ac:chgData name="егор миронов" userId="e171f752757be9da" providerId="LiveId" clId="{BECD5A28-A78F-5F4F-A49C-83F5582C0356}" dt="2025-12-25T09:50:45.034" v="86" actId="700"/>
          <ac:spMkLst>
            <pc:docMk/>
            <pc:sldMk cId="1568002164" sldId="264"/>
            <ac:spMk id="3" creationId="{FABD54BC-1C93-BEC6-C60F-B1B29DC72281}"/>
          </ac:spMkLst>
        </pc:spChg>
        <pc:spChg chg="add mod ord">
          <ac:chgData name="егор миронов" userId="e171f752757be9da" providerId="LiveId" clId="{BECD5A28-A78F-5F4F-A49C-83F5582C0356}" dt="2025-12-25T09:50:45.034" v="86" actId="700"/>
          <ac:spMkLst>
            <pc:docMk/>
            <pc:sldMk cId="1568002164" sldId="264"/>
            <ac:spMk id="4" creationId="{4BF85CEA-FAFF-4FA4-207E-E8D3FE9727CC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1568002164" sldId="264"/>
            <ac:spMk id="32" creationId="{BACC6370-2D7E-4714-9D71-7542949D7D5D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1568002164" sldId="264"/>
            <ac:spMk id="34" creationId="{F68B3F68-107C-434F-AA38-110D5EA91B85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1568002164" sldId="264"/>
            <ac:spMk id="36" creationId="{AAD0DBB9-1A4B-4391-81D4-CB19F9AB918A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1568002164" sldId="264"/>
            <ac:spMk id="41" creationId="{063BBA22-50EA-4C4D-BE05-F1CE4E63AA56}"/>
          </ac:spMkLst>
        </pc:spChg>
        <pc:graphicFrameChg chg="mod ord">
          <ac:chgData name="егор миронов" userId="e171f752757be9da" providerId="LiveId" clId="{BECD5A28-A78F-5F4F-A49C-83F5582C0356}" dt="2025-12-25T09:50:45.034" v="86" actId="700"/>
          <ac:graphicFrameMkLst>
            <pc:docMk/>
            <pc:sldMk cId="1568002164" sldId="264"/>
            <ac:graphicFrameMk id="24" creationId="{99EE605C-F490-4AF0-06CD-2995563883EA}"/>
          </ac:graphicFrameMkLst>
        </pc:graphicFrameChg>
      </pc:sldChg>
      <pc:sldChg chg="addSp delSp modSp del mod modClrScheme delDesignElem chgLayout">
        <pc:chgData name="егор миронов" userId="e171f752757be9da" providerId="LiveId" clId="{BECD5A28-A78F-5F4F-A49C-83F5582C0356}" dt="2025-12-25T10:21:32.164" v="1330" actId="2696"/>
        <pc:sldMkLst>
          <pc:docMk/>
          <pc:sldMk cId="3472024166" sldId="265"/>
        </pc:sldMkLst>
        <pc:spChg chg="mod ord">
          <ac:chgData name="егор миронов" userId="e171f752757be9da" providerId="LiveId" clId="{BECD5A28-A78F-5F4F-A49C-83F5582C0356}" dt="2025-12-25T10:18:12.513" v="1101" actId="20577"/>
          <ac:spMkLst>
            <pc:docMk/>
            <pc:sldMk cId="3472024166" sldId="265"/>
            <ac:spMk id="2" creationId="{66762085-667E-6FF2-7F39-3D2E6D3128E1}"/>
          </ac:spMkLst>
        </pc:spChg>
        <pc:spChg chg="add mod ord">
          <ac:chgData name="егор миронов" userId="e171f752757be9da" providerId="LiveId" clId="{BECD5A28-A78F-5F4F-A49C-83F5582C0356}" dt="2025-12-25T09:50:45.034" v="86" actId="700"/>
          <ac:spMkLst>
            <pc:docMk/>
            <pc:sldMk cId="3472024166" sldId="265"/>
            <ac:spMk id="3" creationId="{9F2ED9D3-9318-44D7-D7AD-8430E56DCECC}"/>
          </ac:spMkLst>
        </pc:spChg>
        <pc:spChg chg="mod ord">
          <ac:chgData name="егор миронов" userId="e171f752757be9da" providerId="LiveId" clId="{BECD5A28-A78F-5F4F-A49C-83F5582C0356}" dt="2025-12-25T09:50:45.034" v="86" actId="700"/>
          <ac:spMkLst>
            <pc:docMk/>
            <pc:sldMk cId="3472024166" sldId="265"/>
            <ac:spMk id="4" creationId="{386B6C94-3D70-CE39-8363-88F772F7612E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3472024166" sldId="265"/>
            <ac:spMk id="56" creationId="{BACC6370-2D7E-4714-9D71-7542949D7D5D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3472024166" sldId="265"/>
            <ac:spMk id="58" creationId="{F68B3F68-107C-434F-AA38-110D5EA91B85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3472024166" sldId="265"/>
            <ac:spMk id="60" creationId="{AAD0DBB9-1A4B-4391-81D4-CB19F9AB918A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3472024166" sldId="265"/>
            <ac:spMk id="62" creationId="{063BBA22-50EA-4C4D-BE05-F1CE4E63AA56}"/>
          </ac:spMkLst>
        </pc:spChg>
        <pc:graphicFrameChg chg="mod ord">
          <ac:chgData name="егор миронов" userId="e171f752757be9da" providerId="LiveId" clId="{BECD5A28-A78F-5F4F-A49C-83F5582C0356}" dt="2025-12-25T09:50:45.034" v="86" actId="700"/>
          <ac:graphicFrameMkLst>
            <pc:docMk/>
            <pc:sldMk cId="3472024166" sldId="265"/>
            <ac:graphicFrameMk id="52" creationId="{E9A1D1E2-224B-18FC-955A-52738A4F5C29}"/>
          </ac:graphicFrameMkLst>
        </pc:graphicFrameChg>
      </pc:sldChg>
      <pc:sldChg chg="addSp delSp modSp del mod modClrScheme delDesignElem chgLayout">
        <pc:chgData name="егор миронов" userId="e171f752757be9da" providerId="LiveId" clId="{BECD5A28-A78F-5F4F-A49C-83F5582C0356}" dt="2025-12-25T10:18:26.195" v="1103" actId="2696"/>
        <pc:sldMkLst>
          <pc:docMk/>
          <pc:sldMk cId="3333763339" sldId="267"/>
        </pc:sldMkLst>
        <pc:spChg chg="mod ord">
          <ac:chgData name="егор миронов" userId="e171f752757be9da" providerId="LiveId" clId="{BECD5A28-A78F-5F4F-A49C-83F5582C0356}" dt="2025-12-25T09:50:45.034" v="86" actId="700"/>
          <ac:spMkLst>
            <pc:docMk/>
            <pc:sldMk cId="3333763339" sldId="267"/>
            <ac:spMk id="2" creationId="{10A7181D-B1C1-5CB2-E78A-1D794E593697}"/>
          </ac:spMkLst>
        </pc:spChg>
        <pc:spChg chg="mod ord">
          <ac:chgData name="егор миронов" userId="e171f752757be9da" providerId="LiveId" clId="{BECD5A28-A78F-5F4F-A49C-83F5582C0356}" dt="2025-12-25T09:50:45.034" v="86" actId="700"/>
          <ac:spMkLst>
            <pc:docMk/>
            <pc:sldMk cId="3333763339" sldId="267"/>
            <ac:spMk id="3" creationId="{762B2FB0-2702-4B18-302E-39F466D1E700}"/>
          </ac:spMkLst>
        </pc:spChg>
        <pc:spChg chg="add mod ord">
          <ac:chgData name="егор миронов" userId="e171f752757be9da" providerId="LiveId" clId="{BECD5A28-A78F-5F4F-A49C-83F5582C0356}" dt="2025-12-25T09:50:45.034" v="86" actId="700"/>
          <ac:spMkLst>
            <pc:docMk/>
            <pc:sldMk cId="3333763339" sldId="267"/>
            <ac:spMk id="4" creationId="{0E16C1BF-28E5-600E-5670-E073A9EEC123}"/>
          </ac:spMkLst>
        </pc:spChg>
        <pc:spChg chg="add mod ord">
          <ac:chgData name="егор миронов" userId="e171f752757be9da" providerId="LiveId" clId="{BECD5A28-A78F-5F4F-A49C-83F5582C0356}" dt="2025-12-25T09:50:45.034" v="86" actId="700"/>
          <ac:spMkLst>
            <pc:docMk/>
            <pc:sldMk cId="3333763339" sldId="267"/>
            <ac:spMk id="5" creationId="{6723C6DF-5052-FD3A-6AE8-43A12D399E4A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3333763339" sldId="267"/>
            <ac:spMk id="12" creationId="{74751229-0244-4FBB-BED1-407467F4C951}"/>
          </ac:spMkLst>
        </pc:spChg>
        <pc:picChg chg="del">
          <ac:chgData name="егор миронов" userId="e171f752757be9da" providerId="LiveId" clId="{BECD5A28-A78F-5F4F-A49C-83F5582C0356}" dt="2025-12-25T09:50:45.034" v="86" actId="700"/>
          <ac:picMkLst>
            <pc:docMk/>
            <pc:sldMk cId="3333763339" sldId="267"/>
            <ac:picMk id="9" creationId="{2812CA90-EA48-4246-A00F-598320DED9DE}"/>
          </ac:picMkLst>
        </pc:picChg>
      </pc:sldChg>
      <pc:sldChg chg="addSp delSp modSp mod modClrScheme delDesignElem chgLayout">
        <pc:chgData name="егор миронов" userId="e171f752757be9da" providerId="LiveId" clId="{BECD5A28-A78F-5F4F-A49C-83F5582C0356}" dt="2025-12-25T10:05:23.311" v="498" actId="26606"/>
        <pc:sldMkLst>
          <pc:docMk/>
          <pc:sldMk cId="4157692632" sldId="270"/>
        </pc:sldMkLst>
        <pc:spChg chg="mod ord">
          <ac:chgData name="егор миронов" userId="e171f752757be9da" providerId="LiveId" clId="{BECD5A28-A78F-5F4F-A49C-83F5582C0356}" dt="2025-12-25T10:05:23.311" v="498" actId="26606"/>
          <ac:spMkLst>
            <pc:docMk/>
            <pc:sldMk cId="4157692632" sldId="270"/>
            <ac:spMk id="2" creationId="{AF9B17F5-A133-39D3-0E2A-852420A15160}"/>
          </ac:spMkLst>
        </pc:spChg>
        <pc:spChg chg="mod ord">
          <ac:chgData name="егор миронов" userId="e171f752757be9da" providerId="LiveId" clId="{BECD5A28-A78F-5F4F-A49C-83F5582C0356}" dt="2025-12-25T10:05:23.311" v="498" actId="26606"/>
          <ac:spMkLst>
            <pc:docMk/>
            <pc:sldMk cId="4157692632" sldId="270"/>
            <ac:spMk id="3" creationId="{A13F7AFC-0380-28BE-11AC-22C98C7E0DAE}"/>
          </ac:spMkLst>
        </pc:spChg>
        <pc:spChg chg="add del mod ord">
          <ac:chgData name="егор миронов" userId="e171f752757be9da" providerId="LiveId" clId="{BECD5A28-A78F-5F4F-A49C-83F5582C0356}" dt="2025-12-25T10:05:17.145" v="497"/>
          <ac:spMkLst>
            <pc:docMk/>
            <pc:sldMk cId="4157692632" sldId="270"/>
            <ac:spMk id="4" creationId="{5E0755D1-3C4F-19F1-E71A-12F1E584FF41}"/>
          </ac:spMkLst>
        </pc:spChg>
        <pc:spChg chg="add mod">
          <ac:chgData name="егор миронов" userId="e171f752757be9da" providerId="LiveId" clId="{BECD5A28-A78F-5F4F-A49C-83F5582C0356}" dt="2025-12-25T10:05:23.311" v="498" actId="26606"/>
          <ac:spMkLst>
            <pc:docMk/>
            <pc:sldMk cId="4157692632" sldId="270"/>
            <ac:spMk id="7" creationId="{80E0CAC2-E797-CC99-8EA4-8E7DF726856C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4157692632" sldId="270"/>
            <ac:spMk id="10" creationId="{979E27D9-03C7-44E2-9FF8-15D0C8506AF7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4157692632" sldId="270"/>
            <ac:spMk id="12" creationId="{EEBF1590-3B36-48EE-A89D-3B6F3CB256AB}"/>
          </ac:spMkLst>
        </pc:spChg>
        <pc:spChg chg="add">
          <ac:chgData name="егор миронов" userId="e171f752757be9da" providerId="LiveId" clId="{BECD5A28-A78F-5F4F-A49C-83F5582C0356}" dt="2025-12-25T10:05:23.311" v="498" actId="26606"/>
          <ac:spMkLst>
            <pc:docMk/>
            <pc:sldMk cId="4157692632" sldId="270"/>
            <ac:spMk id="13" creationId="{979E27D9-03C7-44E2-9FF8-15D0C8506AF7}"/>
          </ac:spMkLst>
        </pc:spChg>
        <pc:spChg chg="del">
          <ac:chgData name="егор миронов" userId="e171f752757be9da" providerId="LiveId" clId="{BECD5A28-A78F-5F4F-A49C-83F5582C0356}" dt="2025-12-25T09:50:45.034" v="86" actId="700"/>
          <ac:spMkLst>
            <pc:docMk/>
            <pc:sldMk cId="4157692632" sldId="270"/>
            <ac:spMk id="14" creationId="{AC8F6C8C-AB5A-4548-942D-E3FD40ACBC49}"/>
          </ac:spMkLst>
        </pc:spChg>
        <pc:spChg chg="add">
          <ac:chgData name="егор миронов" userId="e171f752757be9da" providerId="LiveId" clId="{BECD5A28-A78F-5F4F-A49C-83F5582C0356}" dt="2025-12-25T10:05:23.311" v="498" actId="26606"/>
          <ac:spMkLst>
            <pc:docMk/>
            <pc:sldMk cId="4157692632" sldId="270"/>
            <ac:spMk id="15" creationId="{EEBF1590-3B36-48EE-A89D-3B6F3CB256AB}"/>
          </ac:spMkLst>
        </pc:spChg>
        <pc:spChg chg="add">
          <ac:chgData name="егор миронов" userId="e171f752757be9da" providerId="LiveId" clId="{BECD5A28-A78F-5F4F-A49C-83F5582C0356}" dt="2025-12-25T10:05:23.311" v="498" actId="26606"/>
          <ac:spMkLst>
            <pc:docMk/>
            <pc:sldMk cId="4157692632" sldId="270"/>
            <ac:spMk id="17" creationId="{AC8F6C8C-AB5A-4548-942D-E3FD40ACBC49}"/>
          </ac:spMkLst>
        </pc:spChg>
        <pc:graphicFrameChg chg="del mod ord">
          <ac:chgData name="егор миронов" userId="e171f752757be9da" providerId="LiveId" clId="{BECD5A28-A78F-5F4F-A49C-83F5582C0356}" dt="2025-12-25T09:56:49.825" v="127" actId="478"/>
          <ac:graphicFrameMkLst>
            <pc:docMk/>
            <pc:sldMk cId="4157692632" sldId="270"/>
            <ac:graphicFrameMk id="18" creationId="{38F5536E-CBCF-746D-138F-CF8A192879CB}"/>
          </ac:graphicFrameMkLst>
        </pc:graphicFrameChg>
        <pc:picChg chg="del mod">
          <ac:chgData name="егор миронов" userId="e171f752757be9da" providerId="LiveId" clId="{BECD5A28-A78F-5F4F-A49C-83F5582C0356}" dt="2025-12-25T10:04:39.048" v="496" actId="478"/>
          <ac:picMkLst>
            <pc:docMk/>
            <pc:sldMk cId="4157692632" sldId="270"/>
            <ac:picMk id="5" creationId="{9405247B-D858-EA90-5E06-98EFFC03E55A}"/>
          </ac:picMkLst>
        </pc:picChg>
        <pc:picChg chg="add mod">
          <ac:chgData name="егор миронов" userId="e171f752757be9da" providerId="LiveId" clId="{BECD5A28-A78F-5F4F-A49C-83F5582C0356}" dt="2025-12-25T10:05:23.311" v="498" actId="26606"/>
          <ac:picMkLst>
            <pc:docMk/>
            <pc:sldMk cId="4157692632" sldId="270"/>
            <ac:picMk id="8" creationId="{A8C2C11C-A1AD-80EA-2375-D910E1F58C07}"/>
          </ac:picMkLst>
        </pc:picChg>
      </pc:sldChg>
      <pc:sldChg chg="addSp delSp modSp mod ord setBg modClrScheme setClrOvrMap delDesignElem chgLayout">
        <pc:chgData name="егор миронов" userId="e171f752757be9da" providerId="LiveId" clId="{BECD5A28-A78F-5F4F-A49C-83F5582C0356}" dt="2025-12-25T10:02:44.744" v="494" actId="478"/>
        <pc:sldMkLst>
          <pc:docMk/>
          <pc:sldMk cId="3039585096" sldId="273"/>
        </pc:sldMkLst>
        <pc:spChg chg="mod ord">
          <ac:chgData name="егор миронов" userId="e171f752757be9da" providerId="LiveId" clId="{BECD5A28-A78F-5F4F-A49C-83F5582C0356}" dt="2025-12-25T09:53:22.295" v="116" actId="26606"/>
          <ac:spMkLst>
            <pc:docMk/>
            <pc:sldMk cId="3039585096" sldId="273"/>
            <ac:spMk id="2" creationId="{D88C2C95-4A22-48E8-57DF-65A8A7145F4C}"/>
          </ac:spMkLst>
        </pc:spChg>
        <pc:spChg chg="add del mod">
          <ac:chgData name="егор миронов" userId="e171f752757be9da" providerId="LiveId" clId="{BECD5A28-A78F-5F4F-A49C-83F5582C0356}" dt="2025-12-25T09:48:15.700" v="82" actId="26606"/>
          <ac:spMkLst>
            <pc:docMk/>
            <pc:sldMk cId="3039585096" sldId="273"/>
            <ac:spMk id="3" creationId="{F8EDDA59-4BD0-5CA7-F902-B1415B162224}"/>
          </ac:spMkLst>
        </pc:spChg>
        <pc:spChg chg="mod ord">
          <ac:chgData name="егор миронов" userId="e171f752757be9da" providerId="LiveId" clId="{BECD5A28-A78F-5F4F-A49C-83F5582C0356}" dt="2025-12-25T09:53:22.295" v="116" actId="26606"/>
          <ac:spMkLst>
            <pc:docMk/>
            <pc:sldMk cId="3039585096" sldId="273"/>
            <ac:spMk id="4" creationId="{6119575E-EF32-587A-0080-E09E887B67DA}"/>
          </ac:spMkLst>
        </pc:spChg>
        <pc:spChg chg="add del mod ord">
          <ac:chgData name="егор миронов" userId="e171f752757be9da" providerId="LiveId" clId="{BECD5A28-A78F-5F4F-A49C-83F5582C0356}" dt="2025-12-25T09:51:32.811" v="90" actId="931"/>
          <ac:spMkLst>
            <pc:docMk/>
            <pc:sldMk cId="3039585096" sldId="273"/>
            <ac:spMk id="5" creationId="{CEB813A3-A0BD-BCCD-4D99-16C6E01AC02F}"/>
          </ac:spMkLst>
        </pc:spChg>
        <pc:spChg chg="add del">
          <ac:chgData name="егор миронов" userId="e171f752757be9da" providerId="LiveId" clId="{BECD5A28-A78F-5F4F-A49C-83F5582C0356}" dt="2025-12-25T09:50:45.034" v="86" actId="700"/>
          <ac:spMkLst>
            <pc:docMk/>
            <pc:sldMk cId="3039585096" sldId="273"/>
            <ac:spMk id="9" creationId="{1B15ED52-F352-441B-82BF-E0EA34836D08}"/>
          </ac:spMkLst>
        </pc:spChg>
        <pc:spChg chg="add mod ord">
          <ac:chgData name="егор миронов" userId="e171f752757be9da" providerId="LiveId" clId="{BECD5A28-A78F-5F4F-A49C-83F5582C0356}" dt="2025-12-25T10:02:30.276" v="492" actId="20577"/>
          <ac:spMkLst>
            <pc:docMk/>
            <pc:sldMk cId="3039585096" sldId="273"/>
            <ac:spMk id="10" creationId="{F8EDDA59-4BD0-5CA7-F902-B1415B162224}"/>
          </ac:spMkLst>
        </pc:spChg>
        <pc:spChg chg="add del">
          <ac:chgData name="егор миронов" userId="e171f752757be9da" providerId="LiveId" clId="{BECD5A28-A78F-5F4F-A49C-83F5582C0356}" dt="2025-12-25T09:50:45.034" v="86" actId="700"/>
          <ac:spMkLst>
            <pc:docMk/>
            <pc:sldMk cId="3039585096" sldId="273"/>
            <ac:spMk id="11" creationId="{3B2E3793-BFE6-45A2-9B7B-E18844431C99}"/>
          </ac:spMkLst>
        </pc:spChg>
        <pc:spChg chg="add del">
          <ac:chgData name="егор миронов" userId="e171f752757be9da" providerId="LiveId" clId="{BECD5A28-A78F-5F4F-A49C-83F5582C0356}" dt="2025-12-25T09:53:22.295" v="116" actId="26606"/>
          <ac:spMkLst>
            <pc:docMk/>
            <pc:sldMk cId="3039585096" sldId="273"/>
            <ac:spMk id="12" creationId="{10F24D38-B79E-44B4-830E-043F45D96DC2}"/>
          </ac:spMkLst>
        </pc:spChg>
        <pc:spChg chg="add del">
          <ac:chgData name="егор миронов" userId="e171f752757be9da" providerId="LiveId" clId="{BECD5A28-A78F-5F4F-A49C-83F5582C0356}" dt="2025-12-25T09:50:45.034" v="86" actId="700"/>
          <ac:spMkLst>
            <pc:docMk/>
            <pc:sldMk cId="3039585096" sldId="273"/>
            <ac:spMk id="13" creationId="{BC4C4868-CB8F-4AF9-9CDB-8108F2C19B67}"/>
          </ac:spMkLst>
        </pc:spChg>
        <pc:spChg chg="add del">
          <ac:chgData name="егор миронов" userId="e171f752757be9da" providerId="LiveId" clId="{BECD5A28-A78F-5F4F-A49C-83F5582C0356}" dt="2025-12-25T09:50:45.034" v="86" actId="700"/>
          <ac:spMkLst>
            <pc:docMk/>
            <pc:sldMk cId="3039585096" sldId="273"/>
            <ac:spMk id="15" creationId="{375E0459-6403-40CD-989D-56A4407CA12E}"/>
          </ac:spMkLst>
        </pc:spChg>
        <pc:spChg chg="add del">
          <ac:chgData name="егор миронов" userId="e171f752757be9da" providerId="LiveId" clId="{BECD5A28-A78F-5F4F-A49C-83F5582C0356}" dt="2025-12-25T09:50:45.034" v="86" actId="700"/>
          <ac:spMkLst>
            <pc:docMk/>
            <pc:sldMk cId="3039585096" sldId="273"/>
            <ac:spMk id="17" creationId="{53E5B1A8-3AC9-4BD1-9BBC-78CA94F2D1BA}"/>
          </ac:spMkLst>
        </pc:spChg>
        <pc:spChg chg="add del mod">
          <ac:chgData name="егор миронов" userId="e171f752757be9da" providerId="LiveId" clId="{BECD5A28-A78F-5F4F-A49C-83F5582C0356}" dt="2025-12-25T09:52:35.548" v="102" actId="931"/>
          <ac:spMkLst>
            <pc:docMk/>
            <pc:sldMk cId="3039585096" sldId="273"/>
            <ac:spMk id="21" creationId="{2FE0FEF2-2C13-3886-441A-73C981DAA55F}"/>
          </ac:spMkLst>
        </pc:spChg>
        <pc:spChg chg="add del">
          <ac:chgData name="егор миронов" userId="e171f752757be9da" providerId="LiveId" clId="{BECD5A28-A78F-5F4F-A49C-83F5582C0356}" dt="2025-12-25T09:55:22.731" v="120" actId="22"/>
          <ac:spMkLst>
            <pc:docMk/>
            <pc:sldMk cId="3039585096" sldId="273"/>
            <ac:spMk id="25" creationId="{5A806C7F-FD26-F802-17CC-3FE002C994B0}"/>
          </ac:spMkLst>
        </pc:spChg>
        <pc:spChg chg="add mod">
          <ac:chgData name="егор миронов" userId="e171f752757be9da" providerId="LiveId" clId="{BECD5A28-A78F-5F4F-A49C-83F5582C0356}" dt="2025-12-25T09:55:52.977" v="122" actId="1076"/>
          <ac:spMkLst>
            <pc:docMk/>
            <pc:sldMk cId="3039585096" sldId="273"/>
            <ac:spMk id="27" creationId="{ED056256-95FE-5586-6872-730F9CD4137D}"/>
          </ac:spMkLst>
        </pc:spChg>
        <pc:spChg chg="add del">
          <ac:chgData name="егор миронов" userId="e171f752757be9da" providerId="LiveId" clId="{BECD5A28-A78F-5F4F-A49C-83F5582C0356}" dt="2025-12-25T09:53:22.288" v="115" actId="26606"/>
          <ac:spMkLst>
            <pc:docMk/>
            <pc:sldMk cId="3039585096" sldId="273"/>
            <ac:spMk id="28" creationId="{B712E947-0734-45F9-9C4F-41114EC3A33E}"/>
          </ac:spMkLst>
        </pc:spChg>
        <pc:spChg chg="add mod">
          <ac:chgData name="егор миронов" userId="e171f752757be9da" providerId="LiveId" clId="{BECD5A28-A78F-5F4F-A49C-83F5582C0356}" dt="2025-12-25T10:02:42.193" v="493" actId="20577"/>
          <ac:spMkLst>
            <pc:docMk/>
            <pc:sldMk cId="3039585096" sldId="273"/>
            <ac:spMk id="29" creationId="{5852DF55-0842-FFCF-005F-01251FD0E945}"/>
          </ac:spMkLst>
        </pc:spChg>
        <pc:spChg chg="add">
          <ac:chgData name="егор миронов" userId="e171f752757be9da" providerId="LiveId" clId="{BECD5A28-A78F-5F4F-A49C-83F5582C0356}" dt="2025-12-25T09:53:22.295" v="116" actId="26606"/>
          <ac:spMkLst>
            <pc:docMk/>
            <pc:sldMk cId="3039585096" sldId="273"/>
            <ac:spMk id="35" creationId="{B712E947-0734-45F9-9C4F-41114EC3A33E}"/>
          </ac:spMkLst>
        </pc:spChg>
        <pc:spChg chg="add">
          <ac:chgData name="егор миронов" userId="e171f752757be9da" providerId="LiveId" clId="{BECD5A28-A78F-5F4F-A49C-83F5582C0356}" dt="2025-12-25T09:53:22.295" v="116" actId="26606"/>
          <ac:spMkLst>
            <pc:docMk/>
            <pc:sldMk cId="3039585096" sldId="273"/>
            <ac:spMk id="36" creationId="{5A65989E-BBD5-44D7-AA86-7AFD5D46BBC0}"/>
          </ac:spMkLst>
        </pc:spChg>
        <pc:spChg chg="add">
          <ac:chgData name="егор миронов" userId="e171f752757be9da" providerId="LiveId" clId="{BECD5A28-A78F-5F4F-A49C-83F5582C0356}" dt="2025-12-25T09:53:22.295" v="116" actId="26606"/>
          <ac:spMkLst>
            <pc:docMk/>
            <pc:sldMk cId="3039585096" sldId="273"/>
            <ac:spMk id="37" creationId="{231A2881-D8D7-4A7D-ACA3-E9F849F853D8}"/>
          </ac:spMkLst>
        </pc:spChg>
        <pc:grpChg chg="add del mod">
          <ac:chgData name="егор миронов" userId="e171f752757be9da" providerId="LiveId" clId="{BECD5A28-A78F-5F4F-A49C-83F5582C0356}" dt="2025-12-25T10:02:44.744" v="494" actId="478"/>
          <ac:grpSpMkLst>
            <pc:docMk/>
            <pc:sldMk cId="3039585096" sldId="273"/>
            <ac:grpSpMk id="26" creationId="{A52F136F-8915-9B1D-F139-BE1F3B20E634}"/>
          </ac:grpSpMkLst>
        </pc:grpChg>
        <pc:grpChg chg="add del">
          <ac:chgData name="егор миронов" userId="e171f752757be9da" providerId="LiveId" clId="{BECD5A28-A78F-5F4F-A49C-83F5582C0356}" dt="2025-12-25T09:53:22.288" v="115" actId="26606"/>
          <ac:grpSpMkLst>
            <pc:docMk/>
            <pc:sldMk cId="3039585096" sldId="273"/>
            <ac:grpSpMk id="30" creationId="{12B3290A-D3BF-4B87-B55B-FD9A98B49727}"/>
          </ac:grpSpMkLst>
        </pc:grpChg>
        <pc:graphicFrameChg chg="add del">
          <ac:chgData name="егор миронов" userId="e171f752757be9da" providerId="LiveId" clId="{BECD5A28-A78F-5F4F-A49C-83F5582C0356}" dt="2025-12-25T09:48:09.985" v="79" actId="26606"/>
          <ac:graphicFrameMkLst>
            <pc:docMk/>
            <pc:sldMk cId="3039585096" sldId="273"/>
            <ac:graphicFrameMk id="6" creationId="{E9265F5A-E34E-5137-A4AC-839717A03D7A}"/>
          </ac:graphicFrameMkLst>
        </pc:graphicFrameChg>
        <pc:graphicFrameChg chg="add del">
          <ac:chgData name="егор миронов" userId="e171f752757be9da" providerId="LiveId" clId="{BECD5A28-A78F-5F4F-A49C-83F5582C0356}" dt="2025-12-25T09:48:15.687" v="81" actId="26606"/>
          <ac:graphicFrameMkLst>
            <pc:docMk/>
            <pc:sldMk cId="3039585096" sldId="273"/>
            <ac:graphicFrameMk id="8" creationId="{9938218D-977C-EF65-BE68-66C7755D7CEF}"/>
          </ac:graphicFrameMkLst>
        </pc:graphicFrameChg>
        <pc:picChg chg="add del mod">
          <ac:chgData name="егор миронов" userId="e171f752757be9da" providerId="LiveId" clId="{BECD5A28-A78F-5F4F-A49C-83F5582C0356}" dt="2025-12-25T09:52:02.230" v="100" actId="478"/>
          <ac:picMkLst>
            <pc:docMk/>
            <pc:sldMk cId="3039585096" sldId="273"/>
            <ac:picMk id="16" creationId="{A55BB921-8B11-42EA-45C4-8237E759D265}"/>
          </ac:picMkLst>
        </pc:picChg>
        <pc:picChg chg="add mod ord">
          <ac:chgData name="егор миронов" userId="e171f752757be9da" providerId="LiveId" clId="{BECD5A28-A78F-5F4F-A49C-83F5582C0356}" dt="2025-12-25T09:53:22.295" v="116" actId="26606"/>
          <ac:picMkLst>
            <pc:docMk/>
            <pc:sldMk cId="3039585096" sldId="273"/>
            <ac:picMk id="19" creationId="{465ED2BB-5250-12F1-B4EC-DA4CCB84FE44}"/>
          </ac:picMkLst>
        </pc:picChg>
        <pc:picChg chg="add mod">
          <ac:chgData name="егор миронов" userId="e171f752757be9da" providerId="LiveId" clId="{BECD5A28-A78F-5F4F-A49C-83F5582C0356}" dt="2025-12-25T09:53:22.295" v="116" actId="26606"/>
          <ac:picMkLst>
            <pc:docMk/>
            <pc:sldMk cId="3039585096" sldId="273"/>
            <ac:picMk id="23" creationId="{EEA8233A-DB23-2BFE-6589-3BBE29534F0E}"/>
          </ac:picMkLst>
        </pc:picChg>
        <pc:cxnChg chg="add del">
          <ac:chgData name="егор миронов" userId="e171f752757be9da" providerId="LiveId" clId="{BECD5A28-A78F-5F4F-A49C-83F5582C0356}" dt="2025-12-25T09:53:22.295" v="116" actId="26606"/>
          <ac:cxnSpMkLst>
            <pc:docMk/>
            <pc:sldMk cId="3039585096" sldId="273"/>
            <ac:cxnSpMk id="14" creationId="{FC469874-256B-45B3-A79C-7591B4BA1ECC}"/>
          </ac:cxnSpMkLst>
        </pc:cxnChg>
      </pc:sldChg>
      <pc:sldChg chg="addSp delSp modSp mod modClrScheme chgLayout">
        <pc:chgData name="егор миронов" userId="e171f752757be9da" providerId="LiveId" clId="{BECD5A28-A78F-5F4F-A49C-83F5582C0356}" dt="2025-12-25T10:18:03.050" v="1095" actId="26606"/>
        <pc:sldMkLst>
          <pc:docMk/>
          <pc:sldMk cId="2308631371" sldId="274"/>
        </pc:sldMkLst>
        <pc:spChg chg="mod ord">
          <ac:chgData name="егор миронов" userId="e171f752757be9da" providerId="LiveId" clId="{BECD5A28-A78F-5F4F-A49C-83F5582C0356}" dt="2025-12-25T09:50:45.034" v="86" actId="700"/>
          <ac:spMkLst>
            <pc:docMk/>
            <pc:sldMk cId="2308631371" sldId="274"/>
            <ac:spMk id="2" creationId="{A2826595-48C1-B7F2-CAC9-952D823C1AD7}"/>
          </ac:spMkLst>
        </pc:spChg>
        <pc:spChg chg="del mod ord">
          <ac:chgData name="егор миронов" userId="e171f752757be9da" providerId="LiveId" clId="{BECD5A28-A78F-5F4F-A49C-83F5582C0356}" dt="2025-12-25T09:50:45.034" v="86" actId="700"/>
          <ac:spMkLst>
            <pc:docMk/>
            <pc:sldMk cId="2308631371" sldId="274"/>
            <ac:spMk id="3" creationId="{3A77E827-DBFD-47F2-C1FA-3F58433452BC}"/>
          </ac:spMkLst>
        </pc:spChg>
        <pc:spChg chg="mod ord">
          <ac:chgData name="егор миронов" userId="e171f752757be9da" providerId="LiveId" clId="{BECD5A28-A78F-5F4F-A49C-83F5582C0356}" dt="2025-12-25T09:50:45.034" v="86" actId="700"/>
          <ac:spMkLst>
            <pc:docMk/>
            <pc:sldMk cId="2308631371" sldId="274"/>
            <ac:spMk id="4" creationId="{0D5755CC-0EE9-6746-F248-83EB134DCD79}"/>
          </ac:spMkLst>
        </pc:spChg>
        <pc:spChg chg="add del mod ord">
          <ac:chgData name="егор миронов" userId="e171f752757be9da" providerId="LiveId" clId="{BECD5A28-A78F-5F4F-A49C-83F5582C0356}" dt="2025-12-25T10:17:45.776" v="1094" actId="26606"/>
          <ac:spMkLst>
            <pc:docMk/>
            <pc:sldMk cId="2308631371" sldId="274"/>
            <ac:spMk id="5" creationId="{99A4138A-8B3D-8C3D-BDDF-E5667B536D46}"/>
          </ac:spMkLst>
        </pc:spChg>
        <pc:spChg chg="add mod ord">
          <ac:chgData name="егор миронов" userId="e171f752757be9da" providerId="LiveId" clId="{BECD5A28-A78F-5F4F-A49C-83F5582C0356}" dt="2025-12-25T10:10:32.061" v="705" actId="5793"/>
          <ac:spMkLst>
            <pc:docMk/>
            <pc:sldMk cId="2308631371" sldId="274"/>
            <ac:spMk id="6" creationId="{95E6558A-5EE2-140F-3A1D-96DB075FB998}"/>
          </ac:spMkLst>
        </pc:spChg>
        <pc:graphicFrameChg chg="add modGraphic">
          <ac:chgData name="егор миронов" userId="e171f752757be9da" providerId="LiveId" clId="{BECD5A28-A78F-5F4F-A49C-83F5582C0356}" dt="2025-12-25T10:18:03.050" v="1095" actId="26606"/>
          <ac:graphicFrameMkLst>
            <pc:docMk/>
            <pc:sldMk cId="2308631371" sldId="274"/>
            <ac:graphicFrameMk id="12" creationId="{FD840AF4-560D-C9F6-7610-6F3913A4D610}"/>
          </ac:graphicFrameMkLst>
        </pc:graphicFrameChg>
        <pc:picChg chg="add mod">
          <ac:chgData name="егор миронов" userId="e171f752757be9da" providerId="LiveId" clId="{BECD5A28-A78F-5F4F-A49C-83F5582C0356}" dt="2025-12-25T10:10:27.645" v="702" actId="1076"/>
          <ac:picMkLst>
            <pc:docMk/>
            <pc:sldMk cId="2308631371" sldId="274"/>
            <ac:picMk id="8" creationId="{AADC44E3-C5C7-6857-D42A-F67F275A9D93}"/>
          </ac:picMkLst>
        </pc:picChg>
        <pc:picChg chg="add mod">
          <ac:chgData name="егор миронов" userId="e171f752757be9da" providerId="LiveId" clId="{BECD5A28-A78F-5F4F-A49C-83F5582C0356}" dt="2025-12-25T10:10:44.700" v="709" actId="1076"/>
          <ac:picMkLst>
            <pc:docMk/>
            <pc:sldMk cId="2308631371" sldId="274"/>
            <ac:picMk id="10" creationId="{213F3BC2-7A8C-178E-B067-B139EE0EC3F6}"/>
          </ac:picMkLst>
        </pc:picChg>
      </pc:sldChg>
      <pc:sldChg chg="addSp delSp modSp new mod setBg">
        <pc:chgData name="егор миронов" userId="e171f752757be9da" providerId="LiveId" clId="{BECD5A28-A78F-5F4F-A49C-83F5582C0356}" dt="2025-12-25T10:19:03.045" v="1111" actId="20577"/>
        <pc:sldMkLst>
          <pc:docMk/>
          <pc:sldMk cId="871032544" sldId="275"/>
        </pc:sldMkLst>
        <pc:spChg chg="mod">
          <ac:chgData name="егор миронов" userId="e171f752757be9da" providerId="LiveId" clId="{BECD5A28-A78F-5F4F-A49C-83F5582C0356}" dt="2025-12-25T10:17:26.937" v="1093" actId="26606"/>
          <ac:spMkLst>
            <pc:docMk/>
            <pc:sldMk cId="871032544" sldId="275"/>
            <ac:spMk id="2" creationId="{BCC76E58-11BA-9C15-E693-ADC83884EF67}"/>
          </ac:spMkLst>
        </pc:spChg>
        <pc:spChg chg="mod">
          <ac:chgData name="егор миронов" userId="e171f752757be9da" providerId="LiveId" clId="{BECD5A28-A78F-5F4F-A49C-83F5582C0356}" dt="2025-12-25T10:19:03.045" v="1111" actId="20577"/>
          <ac:spMkLst>
            <pc:docMk/>
            <pc:sldMk cId="871032544" sldId="275"/>
            <ac:spMk id="3" creationId="{F84570D1-B9C0-92E6-751B-B27CE55309FC}"/>
          </ac:spMkLst>
        </pc:spChg>
        <pc:spChg chg="del mod">
          <ac:chgData name="егор миронов" userId="e171f752757be9da" providerId="LiveId" clId="{BECD5A28-A78F-5F4F-A49C-83F5582C0356}" dt="2025-12-25T10:13:22.577" v="864" actId="478"/>
          <ac:spMkLst>
            <pc:docMk/>
            <pc:sldMk cId="871032544" sldId="275"/>
            <ac:spMk id="4" creationId="{FB2E3DC4-7746-F7D2-C9C7-C97FDACF943C}"/>
          </ac:spMkLst>
        </pc:spChg>
        <pc:spChg chg="mod">
          <ac:chgData name="егор миронов" userId="e171f752757be9da" providerId="LiveId" clId="{BECD5A28-A78F-5F4F-A49C-83F5582C0356}" dt="2025-12-25T10:17:26.937" v="1093" actId="26606"/>
          <ac:spMkLst>
            <pc:docMk/>
            <pc:sldMk cId="871032544" sldId="275"/>
            <ac:spMk id="5" creationId="{4624158B-653A-2689-DEE3-47062E908E3C}"/>
          </ac:spMkLst>
        </pc:spChg>
        <pc:spChg chg="add del">
          <ac:chgData name="егор миронов" userId="e171f752757be9da" providerId="LiveId" clId="{BECD5A28-A78F-5F4F-A49C-83F5582C0356}" dt="2025-12-25T10:17:26.929" v="1092" actId="26606"/>
          <ac:spMkLst>
            <pc:docMk/>
            <pc:sldMk cId="871032544" sldId="275"/>
            <ac:spMk id="10" creationId="{1B15ED52-F352-441B-82BF-E0EA34836D08}"/>
          </ac:spMkLst>
        </pc:spChg>
        <pc:spChg chg="add del">
          <ac:chgData name="егор миронов" userId="e171f752757be9da" providerId="LiveId" clId="{BECD5A28-A78F-5F4F-A49C-83F5582C0356}" dt="2025-12-25T10:16:56.528" v="1082" actId="26606"/>
          <ac:spMkLst>
            <pc:docMk/>
            <pc:sldMk cId="871032544" sldId="275"/>
            <ac:spMk id="12" creationId="{979E27D9-03C7-44E2-9FF8-15D0C8506AF7}"/>
          </ac:spMkLst>
        </pc:spChg>
        <pc:spChg chg="add del">
          <ac:chgData name="егор миронов" userId="e171f752757be9da" providerId="LiveId" clId="{BECD5A28-A78F-5F4F-A49C-83F5582C0356}" dt="2025-12-25T10:16:56.528" v="1082" actId="26606"/>
          <ac:spMkLst>
            <pc:docMk/>
            <pc:sldMk cId="871032544" sldId="275"/>
            <ac:spMk id="14" creationId="{EEBF1590-3B36-48EE-A89D-3B6F3CB256AB}"/>
          </ac:spMkLst>
        </pc:spChg>
        <pc:spChg chg="add del">
          <ac:chgData name="егор миронов" userId="e171f752757be9da" providerId="LiveId" clId="{BECD5A28-A78F-5F4F-A49C-83F5582C0356}" dt="2025-12-25T10:16:56.528" v="1082" actId="26606"/>
          <ac:spMkLst>
            <pc:docMk/>
            <pc:sldMk cId="871032544" sldId="275"/>
            <ac:spMk id="16" creationId="{AC8F6C8C-AB5A-4548-942D-E3FD40ACBC49}"/>
          </ac:spMkLst>
        </pc:spChg>
        <pc:spChg chg="add del">
          <ac:chgData name="егор миронов" userId="e171f752757be9da" providerId="LiveId" clId="{BECD5A28-A78F-5F4F-A49C-83F5582C0356}" dt="2025-12-25T10:16:57.605" v="1084" actId="26606"/>
          <ac:spMkLst>
            <pc:docMk/>
            <pc:sldMk cId="871032544" sldId="275"/>
            <ac:spMk id="18" creationId="{979E27D9-03C7-44E2-9FF8-15D0C8506AF7}"/>
          </ac:spMkLst>
        </pc:spChg>
        <pc:spChg chg="add del">
          <ac:chgData name="егор миронов" userId="e171f752757be9da" providerId="LiveId" clId="{BECD5A28-A78F-5F4F-A49C-83F5582C0356}" dt="2025-12-25T10:16:57.605" v="1084" actId="26606"/>
          <ac:spMkLst>
            <pc:docMk/>
            <pc:sldMk cId="871032544" sldId="275"/>
            <ac:spMk id="20" creationId="{EEBF1590-3B36-48EE-A89D-3B6F3CB256AB}"/>
          </ac:spMkLst>
        </pc:spChg>
        <pc:spChg chg="add del">
          <ac:chgData name="егор миронов" userId="e171f752757be9da" providerId="LiveId" clId="{BECD5A28-A78F-5F4F-A49C-83F5582C0356}" dt="2025-12-25T10:16:57.605" v="1084" actId="26606"/>
          <ac:spMkLst>
            <pc:docMk/>
            <pc:sldMk cId="871032544" sldId="275"/>
            <ac:spMk id="21" creationId="{AC8F6C8C-AB5A-4548-942D-E3FD40ACBC49}"/>
          </ac:spMkLst>
        </pc:spChg>
        <pc:spChg chg="add del">
          <ac:chgData name="егор миронов" userId="e171f752757be9da" providerId="LiveId" clId="{BECD5A28-A78F-5F4F-A49C-83F5582C0356}" dt="2025-12-25T10:16:58.541" v="1086" actId="26606"/>
          <ac:spMkLst>
            <pc:docMk/>
            <pc:sldMk cId="871032544" sldId="275"/>
            <ac:spMk id="23" creationId="{979E27D9-03C7-44E2-9FF8-15D0C8506AF7}"/>
          </ac:spMkLst>
        </pc:spChg>
        <pc:spChg chg="add del">
          <ac:chgData name="егор миронов" userId="e171f752757be9da" providerId="LiveId" clId="{BECD5A28-A78F-5F4F-A49C-83F5582C0356}" dt="2025-12-25T10:16:58.541" v="1086" actId="26606"/>
          <ac:spMkLst>
            <pc:docMk/>
            <pc:sldMk cId="871032544" sldId="275"/>
            <ac:spMk id="25" creationId="{EEBF1590-3B36-48EE-A89D-3B6F3CB256AB}"/>
          </ac:spMkLst>
        </pc:spChg>
        <pc:spChg chg="add del">
          <ac:chgData name="егор миронов" userId="e171f752757be9da" providerId="LiveId" clId="{BECD5A28-A78F-5F4F-A49C-83F5582C0356}" dt="2025-12-25T10:16:58.541" v="1086" actId="26606"/>
          <ac:spMkLst>
            <pc:docMk/>
            <pc:sldMk cId="871032544" sldId="275"/>
            <ac:spMk id="26" creationId="{AC8F6C8C-AB5A-4548-942D-E3FD40ACBC49}"/>
          </ac:spMkLst>
        </pc:spChg>
        <pc:spChg chg="add del">
          <ac:chgData name="егор миронов" userId="e171f752757be9da" providerId="LiveId" clId="{BECD5A28-A78F-5F4F-A49C-83F5582C0356}" dt="2025-12-25T10:16:59.026" v="1088" actId="26606"/>
          <ac:spMkLst>
            <pc:docMk/>
            <pc:sldMk cId="871032544" sldId="275"/>
            <ac:spMk id="28" creationId="{979E27D9-03C7-44E2-9FF8-15D0C8506AF7}"/>
          </ac:spMkLst>
        </pc:spChg>
        <pc:spChg chg="add del">
          <ac:chgData name="егор миронов" userId="e171f752757be9da" providerId="LiveId" clId="{BECD5A28-A78F-5F4F-A49C-83F5582C0356}" dt="2025-12-25T10:16:59.026" v="1088" actId="26606"/>
          <ac:spMkLst>
            <pc:docMk/>
            <pc:sldMk cId="871032544" sldId="275"/>
            <ac:spMk id="30" creationId="{EEBF1590-3B36-48EE-A89D-3B6F3CB256AB}"/>
          </ac:spMkLst>
        </pc:spChg>
        <pc:spChg chg="add del">
          <ac:chgData name="егор миронов" userId="e171f752757be9da" providerId="LiveId" clId="{BECD5A28-A78F-5F4F-A49C-83F5582C0356}" dt="2025-12-25T10:16:59.026" v="1088" actId="26606"/>
          <ac:spMkLst>
            <pc:docMk/>
            <pc:sldMk cId="871032544" sldId="275"/>
            <ac:spMk id="31" creationId="{AC8F6C8C-AB5A-4548-942D-E3FD40ACBC49}"/>
          </ac:spMkLst>
        </pc:spChg>
        <pc:spChg chg="add del">
          <ac:chgData name="егор миронов" userId="e171f752757be9da" providerId="LiveId" clId="{BECD5A28-A78F-5F4F-A49C-83F5582C0356}" dt="2025-12-25T10:17:00.045" v="1090" actId="26606"/>
          <ac:spMkLst>
            <pc:docMk/>
            <pc:sldMk cId="871032544" sldId="275"/>
            <ac:spMk id="33" creationId="{979E27D9-03C7-44E2-9FF8-15D0C8506AF7}"/>
          </ac:spMkLst>
        </pc:spChg>
        <pc:spChg chg="add del">
          <ac:chgData name="егор миронов" userId="e171f752757be9da" providerId="LiveId" clId="{BECD5A28-A78F-5F4F-A49C-83F5582C0356}" dt="2025-12-25T10:17:00.045" v="1090" actId="26606"/>
          <ac:spMkLst>
            <pc:docMk/>
            <pc:sldMk cId="871032544" sldId="275"/>
            <ac:spMk id="35" creationId="{EEBF1590-3B36-48EE-A89D-3B6F3CB256AB}"/>
          </ac:spMkLst>
        </pc:spChg>
        <pc:spChg chg="add del">
          <ac:chgData name="егор миронов" userId="e171f752757be9da" providerId="LiveId" clId="{BECD5A28-A78F-5F4F-A49C-83F5582C0356}" dt="2025-12-25T10:17:00.045" v="1090" actId="26606"/>
          <ac:spMkLst>
            <pc:docMk/>
            <pc:sldMk cId="871032544" sldId="275"/>
            <ac:spMk id="36" creationId="{AC8F6C8C-AB5A-4548-942D-E3FD40ACBC49}"/>
          </ac:spMkLst>
        </pc:spChg>
        <pc:spChg chg="add del">
          <ac:chgData name="егор миронов" userId="e171f752757be9da" providerId="LiveId" clId="{BECD5A28-A78F-5F4F-A49C-83F5582C0356}" dt="2025-12-25T10:17:26.929" v="1092" actId="26606"/>
          <ac:spMkLst>
            <pc:docMk/>
            <pc:sldMk cId="871032544" sldId="275"/>
            <ac:spMk id="38" creationId="{3B2E3793-BFE6-45A2-9B7B-E18844431C99}"/>
          </ac:spMkLst>
        </pc:spChg>
        <pc:spChg chg="add del">
          <ac:chgData name="егор миронов" userId="e171f752757be9da" providerId="LiveId" clId="{BECD5A28-A78F-5F4F-A49C-83F5582C0356}" dt="2025-12-25T10:17:26.929" v="1092" actId="26606"/>
          <ac:spMkLst>
            <pc:docMk/>
            <pc:sldMk cId="871032544" sldId="275"/>
            <ac:spMk id="39" creationId="{BC4C4868-CB8F-4AF9-9CDB-8108F2C19B67}"/>
          </ac:spMkLst>
        </pc:spChg>
        <pc:spChg chg="add del">
          <ac:chgData name="егор миронов" userId="e171f752757be9da" providerId="LiveId" clId="{BECD5A28-A78F-5F4F-A49C-83F5582C0356}" dt="2025-12-25T10:17:26.929" v="1092" actId="26606"/>
          <ac:spMkLst>
            <pc:docMk/>
            <pc:sldMk cId="871032544" sldId="275"/>
            <ac:spMk id="40" creationId="{375E0459-6403-40CD-989D-56A4407CA12E}"/>
          </ac:spMkLst>
        </pc:spChg>
        <pc:spChg chg="add del">
          <ac:chgData name="егор миронов" userId="e171f752757be9da" providerId="LiveId" clId="{BECD5A28-A78F-5F4F-A49C-83F5582C0356}" dt="2025-12-25T10:17:26.929" v="1092" actId="26606"/>
          <ac:spMkLst>
            <pc:docMk/>
            <pc:sldMk cId="871032544" sldId="275"/>
            <ac:spMk id="41" creationId="{53E5B1A8-3AC9-4BD1-9BBC-78CA94F2D1BA}"/>
          </ac:spMkLst>
        </pc:spChg>
        <pc:spChg chg="add">
          <ac:chgData name="егор миронов" userId="e171f752757be9da" providerId="LiveId" clId="{BECD5A28-A78F-5F4F-A49C-83F5582C0356}" dt="2025-12-25T10:17:26.937" v="1093" actId="26606"/>
          <ac:spMkLst>
            <pc:docMk/>
            <pc:sldMk cId="871032544" sldId="275"/>
            <ac:spMk id="43" creationId="{979E27D9-03C7-44E2-9FF8-15D0C8506AF7}"/>
          </ac:spMkLst>
        </pc:spChg>
        <pc:spChg chg="add">
          <ac:chgData name="егор миронов" userId="e171f752757be9da" providerId="LiveId" clId="{BECD5A28-A78F-5F4F-A49C-83F5582C0356}" dt="2025-12-25T10:17:26.937" v="1093" actId="26606"/>
          <ac:spMkLst>
            <pc:docMk/>
            <pc:sldMk cId="871032544" sldId="275"/>
            <ac:spMk id="45" creationId="{EEBF1590-3B36-48EE-A89D-3B6F3CB256AB}"/>
          </ac:spMkLst>
        </pc:spChg>
        <pc:spChg chg="add">
          <ac:chgData name="егор миронов" userId="e171f752757be9da" providerId="LiveId" clId="{BECD5A28-A78F-5F4F-A49C-83F5582C0356}" dt="2025-12-25T10:17:26.937" v="1093" actId="26606"/>
          <ac:spMkLst>
            <pc:docMk/>
            <pc:sldMk cId="871032544" sldId="275"/>
            <ac:spMk id="46" creationId="{AC8F6C8C-AB5A-4548-942D-E3FD40ACBC49}"/>
          </ac:spMkLst>
        </pc:spChg>
        <pc:picChg chg="add del">
          <ac:chgData name="егор миронов" userId="e171f752757be9da" providerId="LiveId" clId="{BECD5A28-A78F-5F4F-A49C-83F5582C0356}" dt="2025-12-25T10:16:56.528" v="1082" actId="26606"/>
          <ac:picMkLst>
            <pc:docMk/>
            <pc:sldMk cId="871032544" sldId="275"/>
            <ac:picMk id="9" creationId="{117B54BB-3ADF-9571-EF2F-3DD6B32EFE76}"/>
          </ac:picMkLst>
        </pc:picChg>
        <pc:picChg chg="add del">
          <ac:chgData name="егор миронов" userId="e171f752757be9da" providerId="LiveId" clId="{BECD5A28-A78F-5F4F-A49C-83F5582C0356}" dt="2025-12-25T10:16:57.605" v="1084" actId="26606"/>
          <ac:picMkLst>
            <pc:docMk/>
            <pc:sldMk cId="871032544" sldId="275"/>
            <ac:picMk id="19" creationId="{1AEB14D7-9B72-E237-7C89-255F06E8C486}"/>
          </ac:picMkLst>
        </pc:picChg>
        <pc:picChg chg="add del">
          <ac:chgData name="егор миронов" userId="e171f752757be9da" providerId="LiveId" clId="{BECD5A28-A78F-5F4F-A49C-83F5582C0356}" dt="2025-12-25T10:16:58.541" v="1086" actId="26606"/>
          <ac:picMkLst>
            <pc:docMk/>
            <pc:sldMk cId="871032544" sldId="275"/>
            <ac:picMk id="24" creationId="{7EC40785-B7DB-C475-D533-1956ACC0B6A8}"/>
          </ac:picMkLst>
        </pc:picChg>
        <pc:picChg chg="add del">
          <ac:chgData name="егор миронов" userId="e171f752757be9da" providerId="LiveId" clId="{BECD5A28-A78F-5F4F-A49C-83F5582C0356}" dt="2025-12-25T10:16:59.026" v="1088" actId="26606"/>
          <ac:picMkLst>
            <pc:docMk/>
            <pc:sldMk cId="871032544" sldId="275"/>
            <ac:picMk id="29" creationId="{1AEB14D7-9B72-E237-7C89-255F06E8C486}"/>
          </ac:picMkLst>
        </pc:picChg>
        <pc:picChg chg="add del">
          <ac:chgData name="егор миронов" userId="e171f752757be9da" providerId="LiveId" clId="{BECD5A28-A78F-5F4F-A49C-83F5582C0356}" dt="2025-12-25T10:17:00.045" v="1090" actId="26606"/>
          <ac:picMkLst>
            <pc:docMk/>
            <pc:sldMk cId="871032544" sldId="275"/>
            <ac:picMk id="34" creationId="{117B54BB-3ADF-9571-EF2F-3DD6B32EFE76}"/>
          </ac:picMkLst>
        </pc:picChg>
        <pc:picChg chg="add">
          <ac:chgData name="егор миронов" userId="e171f752757be9da" providerId="LiveId" clId="{BECD5A28-A78F-5F4F-A49C-83F5582C0356}" dt="2025-12-25T10:17:26.937" v="1093" actId="26606"/>
          <ac:picMkLst>
            <pc:docMk/>
            <pc:sldMk cId="871032544" sldId="275"/>
            <ac:picMk id="44" creationId="{117B54BB-3ADF-9571-EF2F-3DD6B32EFE76}"/>
          </ac:picMkLst>
        </pc:picChg>
      </pc:sldChg>
      <pc:sldChg chg="addSp delSp modSp new mod ord setBg">
        <pc:chgData name="егор миронов" userId="e171f752757be9da" providerId="LiveId" clId="{BECD5A28-A78F-5F4F-A49C-83F5582C0356}" dt="2025-12-25T10:22:08.780" v="1358" actId="26606"/>
        <pc:sldMkLst>
          <pc:docMk/>
          <pc:sldMk cId="2493942773" sldId="276"/>
        </pc:sldMkLst>
        <pc:spChg chg="mo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2" creationId="{480DACE4-ABA5-B7CA-D077-4654152BED61}"/>
          </ac:spMkLst>
        </pc:spChg>
        <pc:spChg chg="mo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3" creationId="{EBC9E113-EFEF-72AA-E6D1-6EE03FDEF924}"/>
          </ac:spMkLst>
        </pc:spChg>
        <pc:spChg chg="del">
          <ac:chgData name="егор миронов" userId="e171f752757be9da" providerId="LiveId" clId="{BECD5A28-A78F-5F4F-A49C-83F5582C0356}" dt="2025-12-25T10:20:03.005" v="1112" actId="478"/>
          <ac:spMkLst>
            <pc:docMk/>
            <pc:sldMk cId="2493942773" sldId="276"/>
            <ac:spMk id="4" creationId="{E5CBA721-243D-A53D-101E-016D6FD990EE}"/>
          </ac:spMkLst>
        </pc:spChg>
        <pc:spChg chg="mo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5" creationId="{7786DB13-8AF1-149E-A00B-DC57A49BFF6F}"/>
          </ac:spMkLst>
        </pc:spChg>
        <pc:spChg chg="ad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10" creationId="{1B15ED52-F352-441B-82BF-E0EA34836D08}"/>
          </ac:spMkLst>
        </pc:spChg>
        <pc:spChg chg="ad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12" creationId="{3B2E3793-BFE6-45A2-9B7B-E18844431C99}"/>
          </ac:spMkLst>
        </pc:spChg>
        <pc:spChg chg="ad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14" creationId="{BC4C4868-CB8F-4AF9-9CDB-8108F2C19B67}"/>
          </ac:spMkLst>
        </pc:spChg>
        <pc:spChg chg="ad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16" creationId="{375E0459-6403-40CD-989D-56A4407CA12E}"/>
          </ac:spMkLst>
        </pc:spChg>
        <pc:spChg chg="add">
          <ac:chgData name="егор миронов" userId="e171f752757be9da" providerId="LiveId" clId="{BECD5A28-A78F-5F4F-A49C-83F5582C0356}" dt="2025-12-25T10:22:08.780" v="1358" actId="26606"/>
          <ac:spMkLst>
            <pc:docMk/>
            <pc:sldMk cId="2493942773" sldId="276"/>
            <ac:spMk id="18" creationId="{53E5B1A8-3AC9-4BD1-9BBC-78CA94F2D1BA}"/>
          </ac:spMkLst>
        </pc:spChg>
      </pc:sldChg>
      <pc:sldChg chg="addSp delSp modSp new mod setBg">
        <pc:chgData name="егор миронов" userId="e171f752757be9da" providerId="LiveId" clId="{BECD5A28-A78F-5F4F-A49C-83F5582C0356}" dt="2025-12-25T10:23:04.013" v="1362" actId="26606"/>
        <pc:sldMkLst>
          <pc:docMk/>
          <pc:sldMk cId="440476890" sldId="277"/>
        </pc:sldMkLst>
        <pc:spChg chg="mo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2" creationId="{B8415939-E71F-68FD-F7F8-5942F72DF536}"/>
          </ac:spMkLst>
        </pc:spChg>
        <pc:spChg chg="del mo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3" creationId="{05AB4D7F-BD32-2D19-5F62-3932917DDCF9}"/>
          </ac:spMkLst>
        </pc:spChg>
        <pc:spChg chg="del">
          <ac:chgData name="егор миронов" userId="e171f752757be9da" providerId="LiveId" clId="{BECD5A28-A78F-5F4F-A49C-83F5582C0356}" dt="2025-12-25T10:22:32.053" v="1360" actId="478"/>
          <ac:spMkLst>
            <pc:docMk/>
            <pc:sldMk cId="440476890" sldId="277"/>
            <ac:spMk id="4" creationId="{4587B369-F7B9-5F0B-D2C3-15551D1B72EC}"/>
          </ac:spMkLst>
        </pc:spChg>
        <pc:spChg chg="mo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5" creationId="{83525A21-9F44-77FB-7CC5-3034A734E22E}"/>
          </ac:spMkLst>
        </pc:spChg>
        <pc:spChg chg="ad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10" creationId="{6F5A5072-7B47-4D32-B52A-4EBBF590B8A5}"/>
          </ac:spMkLst>
        </pc:spChg>
        <pc:spChg chg="ad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12" creationId="{9715DAF0-AE1B-46C9-8A6B-DB2AA05AB91D}"/>
          </ac:spMkLst>
        </pc:spChg>
        <pc:spChg chg="ad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14" creationId="{6016219D-510E-4184-9090-6D5578A87BD1}"/>
          </ac:spMkLst>
        </pc:spChg>
        <pc:spChg chg="ad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16" creationId="{AFF4A713-7B75-4B21-90D7-5AB19547C728}"/>
          </ac:spMkLst>
        </pc:spChg>
        <pc:spChg chg="ad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18" creationId="{DC631C0B-6DA6-4E57-8231-CE32B3434A7E}"/>
          </ac:spMkLst>
        </pc:spChg>
        <pc:spChg chg="add">
          <ac:chgData name="егор миронов" userId="e171f752757be9da" providerId="LiveId" clId="{BECD5A28-A78F-5F4F-A49C-83F5582C0356}" dt="2025-12-25T10:23:04.013" v="1362" actId="26606"/>
          <ac:spMkLst>
            <pc:docMk/>
            <pc:sldMk cId="440476890" sldId="277"/>
            <ac:spMk id="20" creationId="{C29501E6-A978-4A61-9689-9085AF97A53A}"/>
          </ac:spMkLst>
        </pc:spChg>
      </pc:sldChg>
    </pc:docChg>
  </pc:docChgLst>
  <pc:docChgLst>
    <pc:chgData name="егор миронов" userId="e171f752757be9da" providerId="LiveId" clId="{AB25B3FB-EC0E-46F3-A44A-44ACCF7ED76A}"/>
    <pc:docChg chg="undo custSel addSld delSld modSld sldOrd">
      <pc:chgData name="егор миронов" userId="e171f752757be9da" providerId="LiveId" clId="{AB25B3FB-EC0E-46F3-A44A-44ACCF7ED76A}" dt="2025-12-25T04:36:23.627" v="310" actId="20577"/>
      <pc:docMkLst>
        <pc:docMk/>
      </pc:docMkLst>
      <pc:sldChg chg="modSp mod">
        <pc:chgData name="егор миронов" userId="e171f752757be9da" providerId="LiveId" clId="{AB25B3FB-EC0E-46F3-A44A-44ACCF7ED76A}" dt="2025-12-25T04:11:33.531" v="5" actId="20577"/>
        <pc:sldMkLst>
          <pc:docMk/>
          <pc:sldMk cId="3139174563" sldId="256"/>
        </pc:sldMkLst>
        <pc:spChg chg="mod">
          <ac:chgData name="егор миронов" userId="e171f752757be9da" providerId="LiveId" clId="{AB25B3FB-EC0E-46F3-A44A-44ACCF7ED76A}" dt="2025-12-25T04:11:33.531" v="5" actId="20577"/>
          <ac:spMkLst>
            <pc:docMk/>
            <pc:sldMk cId="3139174563" sldId="256"/>
            <ac:spMk id="2" creationId="{1D05E482-5E54-788D-0AC3-9F519A39CC2A}"/>
          </ac:spMkLst>
        </pc:spChg>
        <pc:spChg chg="mod">
          <ac:chgData name="егор миронов" userId="e171f752757be9da" providerId="LiveId" clId="{AB25B3FB-EC0E-46F3-A44A-44ACCF7ED76A}" dt="2025-12-25T04:11:24.973" v="2" actId="20577"/>
          <ac:spMkLst>
            <pc:docMk/>
            <pc:sldMk cId="3139174563" sldId="256"/>
            <ac:spMk id="3" creationId="{98B138F1-413E-EFD5-38CA-CF6CB9623E88}"/>
          </ac:spMkLst>
        </pc:spChg>
        <pc:spChg chg="mod">
          <ac:chgData name="егор миронов" userId="e171f752757be9da" providerId="LiveId" clId="{AB25B3FB-EC0E-46F3-A44A-44ACCF7ED76A}" dt="2025-12-25T04:11:19.810" v="1" actId="1076"/>
          <ac:spMkLst>
            <pc:docMk/>
            <pc:sldMk cId="3139174563" sldId="256"/>
            <ac:spMk id="4" creationId="{6B6C1B01-61B2-88DC-D14A-B395E81C2C6E}"/>
          </ac:spMkLst>
        </pc:spChg>
      </pc:sldChg>
      <pc:sldChg chg="modSp mod">
        <pc:chgData name="егор миронов" userId="e171f752757be9da" providerId="LiveId" clId="{AB25B3FB-EC0E-46F3-A44A-44ACCF7ED76A}" dt="2025-12-25T04:24:50.952" v="143" actId="20577"/>
        <pc:sldMkLst>
          <pc:docMk/>
          <pc:sldMk cId="3714788064" sldId="260"/>
        </pc:sldMkLst>
        <pc:graphicFrameChg chg="modGraphic">
          <ac:chgData name="егор миронов" userId="e171f752757be9da" providerId="LiveId" clId="{AB25B3FB-EC0E-46F3-A44A-44ACCF7ED76A}" dt="2025-12-25T04:24:50.952" v="143" actId="20577"/>
          <ac:graphicFrameMkLst>
            <pc:docMk/>
            <pc:sldMk cId="3714788064" sldId="260"/>
            <ac:graphicFrameMk id="53" creationId="{F4105351-4D6D-104D-A173-FAE3476999CC}"/>
          </ac:graphicFrameMkLst>
        </pc:graphicFrameChg>
      </pc:sldChg>
      <pc:sldChg chg="addSp delSp modSp mod">
        <pc:chgData name="егор миронов" userId="e171f752757be9da" providerId="LiveId" clId="{AB25B3FB-EC0E-46F3-A44A-44ACCF7ED76A}" dt="2025-12-25T04:14:32.017" v="12" actId="26606"/>
        <pc:sldMkLst>
          <pc:docMk/>
          <pc:sldMk cId="628835547" sldId="261"/>
        </pc:sldMkLst>
        <pc:spChg chg="mod ord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3" creationId="{8BE54A7F-80B5-3F9B-ACEA-59E95D312C09}"/>
          </ac:spMkLst>
        </pc:spChg>
        <pc:spChg chg="del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17" creationId="{A8384FB5-9ADC-4DDC-881B-597D56F5B15D}"/>
          </ac:spMkLst>
        </pc:spChg>
        <pc:spChg chg="del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19" creationId="{91E5A9A7-95C6-4F4F-B00E-C82E07FE62EF}"/>
          </ac:spMkLst>
        </pc:spChg>
        <pc:spChg chg="del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21" creationId="{D07DD2DE-F619-49DD-B5E7-03A290FF4ED1}"/>
          </ac:spMkLst>
        </pc:spChg>
        <pc:spChg chg="del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23" creationId="{85149191-5F60-4A28-AAFF-039F96B0F3EC}"/>
          </ac:spMkLst>
        </pc:spChg>
        <pc:spChg chg="del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25" creationId="{F8260ED5-17F7-4158-B241-D51DD4CF1B7E}"/>
          </ac:spMkLst>
        </pc:spChg>
        <pc:spChg chg="add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30" creationId="{A8384FB5-9ADC-4DDC-881B-597D56F5B15D}"/>
          </ac:spMkLst>
        </pc:spChg>
        <pc:spChg chg="add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32" creationId="{91E5A9A7-95C6-4F4F-B00E-C82E07FE62EF}"/>
          </ac:spMkLst>
        </pc:spChg>
        <pc:spChg chg="add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34" creationId="{D07DD2DE-F619-49DD-B5E7-03A290FF4ED1}"/>
          </ac:spMkLst>
        </pc:spChg>
        <pc:spChg chg="add">
          <ac:chgData name="егор миронов" userId="e171f752757be9da" providerId="LiveId" clId="{AB25B3FB-EC0E-46F3-A44A-44ACCF7ED76A}" dt="2025-12-25T04:14:32.017" v="12" actId="26606"/>
          <ac:spMkLst>
            <pc:docMk/>
            <pc:sldMk cId="628835547" sldId="261"/>
            <ac:spMk id="38" creationId="{F8260ED5-17F7-4158-B241-D51DD4CF1B7E}"/>
          </ac:spMkLst>
        </pc:spChg>
        <pc:picChg chg="del">
          <ac:chgData name="егор миронов" userId="e171f752757be9da" providerId="LiveId" clId="{AB25B3FB-EC0E-46F3-A44A-44ACCF7ED76A}" dt="2025-12-25T04:14:27.414" v="10" actId="478"/>
          <ac:picMkLst>
            <pc:docMk/>
            <pc:sldMk cId="628835547" sldId="261"/>
            <ac:picMk id="4" creationId="{7868701F-149B-7BC6-6C0C-3683989A3909}"/>
          </ac:picMkLst>
        </pc:picChg>
        <pc:picChg chg="add mod">
          <ac:chgData name="егор миронов" userId="e171f752757be9da" providerId="LiveId" clId="{AB25B3FB-EC0E-46F3-A44A-44ACCF7ED76A}" dt="2025-12-25T04:14:30.243" v="11" actId="1076"/>
          <ac:picMkLst>
            <pc:docMk/>
            <pc:sldMk cId="628835547" sldId="261"/>
            <ac:picMk id="6" creationId="{90054C81-DB40-5F77-61D2-3C538BFA87D1}"/>
          </ac:picMkLst>
        </pc:picChg>
      </pc:sldChg>
      <pc:sldChg chg="modSp">
        <pc:chgData name="егор миронов" userId="e171f752757be9da" providerId="LiveId" clId="{AB25B3FB-EC0E-46F3-A44A-44ACCF7ED76A}" dt="2025-12-25T04:31:07.493" v="235" actId="478"/>
        <pc:sldMkLst>
          <pc:docMk/>
          <pc:sldMk cId="1568002164" sldId="264"/>
        </pc:sldMkLst>
        <pc:graphicFrameChg chg="mod">
          <ac:chgData name="егор миронов" userId="e171f752757be9da" providerId="LiveId" clId="{AB25B3FB-EC0E-46F3-A44A-44ACCF7ED76A}" dt="2025-12-25T04:31:07.493" v="235" actId="478"/>
          <ac:graphicFrameMkLst>
            <pc:docMk/>
            <pc:sldMk cId="1568002164" sldId="264"/>
            <ac:graphicFrameMk id="24" creationId="{99EE605C-F490-4AF0-06CD-2995563883EA}"/>
          </ac:graphicFrameMkLst>
        </pc:graphicFrameChg>
      </pc:sldChg>
      <pc:sldChg chg="addSp delSp modSp mod">
        <pc:chgData name="егор миронов" userId="e171f752757be9da" providerId="LiveId" clId="{AB25B3FB-EC0E-46F3-A44A-44ACCF7ED76A}" dt="2025-12-25T04:36:23.627" v="310" actId="20577"/>
        <pc:sldMkLst>
          <pc:docMk/>
          <pc:sldMk cId="3472024166" sldId="265"/>
        </pc:sldMkLst>
        <pc:spChg chg="del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3" creationId="{90E827BC-6B80-D3B7-FD5B-11CDBFED3A3B}"/>
          </ac:spMkLst>
        </pc:spChg>
        <pc:spChg chg="del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40" creationId="{C4285719-470E-454C-AF62-8323075F1F5B}"/>
          </ac:spMkLst>
        </pc:spChg>
        <pc:spChg chg="del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42" creationId="{CD9FE4EF-C4D8-49A0-B2FF-81D8DB7D8A24}"/>
          </ac:spMkLst>
        </pc:spChg>
        <pc:spChg chg="del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44" creationId="{4300840D-0A0B-4512-BACA-B439D5B9C57C}"/>
          </ac:spMkLst>
        </pc:spChg>
        <pc:spChg chg="del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46" creationId="{D2B78728-A580-49A7-84F9-6EF6F583ADE0}"/>
          </ac:spMkLst>
        </pc:spChg>
        <pc:spChg chg="del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50" creationId="{8D71EDA1-87BF-4D5D-AB79-F346FD19278A}"/>
          </ac:spMkLst>
        </pc:spChg>
        <pc:spChg chg="add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56" creationId="{BACC6370-2D7E-4714-9D71-7542949D7D5D}"/>
          </ac:spMkLst>
        </pc:spChg>
        <pc:spChg chg="add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58" creationId="{F68B3F68-107C-434F-AA38-110D5EA91B85}"/>
          </ac:spMkLst>
        </pc:spChg>
        <pc:spChg chg="add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60" creationId="{AAD0DBB9-1A4B-4391-81D4-CB19F9AB918A}"/>
          </ac:spMkLst>
        </pc:spChg>
        <pc:spChg chg="add">
          <ac:chgData name="егор миронов" userId="e171f752757be9da" providerId="LiveId" clId="{AB25B3FB-EC0E-46F3-A44A-44ACCF7ED76A}" dt="2025-12-25T04:24:07.872" v="126" actId="26606"/>
          <ac:spMkLst>
            <pc:docMk/>
            <pc:sldMk cId="3472024166" sldId="265"/>
            <ac:spMk id="62" creationId="{063BBA22-50EA-4C4D-BE05-F1CE4E63AA56}"/>
          </ac:spMkLst>
        </pc:spChg>
        <pc:graphicFrameChg chg="modGraphic">
          <ac:chgData name="егор миронов" userId="e171f752757be9da" providerId="LiveId" clId="{AB25B3FB-EC0E-46F3-A44A-44ACCF7ED76A}" dt="2025-12-25T04:36:23.627" v="310" actId="20577"/>
          <ac:graphicFrameMkLst>
            <pc:docMk/>
            <pc:sldMk cId="3472024166" sldId="265"/>
            <ac:graphicFrameMk id="52" creationId="{E9A1D1E2-224B-18FC-955A-52738A4F5C29}"/>
          </ac:graphicFrameMkLst>
        </pc:graphicFrameChg>
        <pc:picChg chg="del">
          <ac:chgData name="егор миронов" userId="e171f752757be9da" providerId="LiveId" clId="{AB25B3FB-EC0E-46F3-A44A-44ACCF7ED76A}" dt="2025-12-25T04:24:01.122" v="125" actId="478"/>
          <ac:picMkLst>
            <pc:docMk/>
            <pc:sldMk cId="3472024166" sldId="265"/>
            <ac:picMk id="24" creationId="{8062C9CF-A9CC-F477-B0F8-3E28E0337BC6}"/>
          </ac:picMkLst>
        </pc:picChg>
      </pc:sldChg>
      <pc:sldChg chg="addSp delSp modSp mod">
        <pc:chgData name="егор миронов" userId="e171f752757be9da" providerId="LiveId" clId="{AB25B3FB-EC0E-46F3-A44A-44ACCF7ED76A}" dt="2025-12-25T04:29:36.722" v="190"/>
        <pc:sldMkLst>
          <pc:docMk/>
          <pc:sldMk cId="3070521819" sldId="266"/>
        </pc:sldMkLst>
        <pc:spChg chg="mod">
          <ac:chgData name="егор миронов" userId="e171f752757be9da" providerId="LiveId" clId="{AB25B3FB-EC0E-46F3-A44A-44ACCF7ED76A}" dt="2025-12-25T04:27:21.713" v="179" actId="26606"/>
          <ac:spMkLst>
            <pc:docMk/>
            <pc:sldMk cId="3070521819" sldId="266"/>
            <ac:spMk id="2" creationId="{D0878984-89D4-C83B-69B2-FD077475AE6C}"/>
          </ac:spMkLst>
        </pc:spChg>
        <pc:spChg chg="mod">
          <ac:chgData name="егор миронов" userId="e171f752757be9da" providerId="LiveId" clId="{AB25B3FB-EC0E-46F3-A44A-44ACCF7ED76A}" dt="2025-12-25T04:27:21.713" v="179" actId="26606"/>
          <ac:spMkLst>
            <pc:docMk/>
            <pc:sldMk cId="3070521819" sldId="266"/>
            <ac:spMk id="3" creationId="{3D36BC2A-6DA4-1703-F89C-6A87E01C1292}"/>
          </ac:spMkLst>
        </pc:spChg>
        <pc:spChg chg="add del mod">
          <ac:chgData name="егор миронов" userId="e171f752757be9da" providerId="LiveId" clId="{AB25B3FB-EC0E-46F3-A44A-44ACCF7ED76A}" dt="2025-12-25T04:20:04.112" v="114" actId="478"/>
          <ac:spMkLst>
            <pc:docMk/>
            <pc:sldMk cId="3070521819" sldId="266"/>
            <ac:spMk id="4" creationId="{3AB5D11E-F696-C49A-E054-B0C272C0C98D}"/>
          </ac:spMkLst>
        </pc:spChg>
        <pc:spChg chg="del">
          <ac:chgData name="егор миронов" userId="e171f752757be9da" providerId="LiveId" clId="{AB25B3FB-EC0E-46F3-A44A-44ACCF7ED76A}" dt="2025-12-25T04:19:08.665" v="106" actId="26606"/>
          <ac:spMkLst>
            <pc:docMk/>
            <pc:sldMk cId="3070521819" sldId="266"/>
            <ac:spMk id="8" creationId="{1B15ED52-F352-441B-82BF-E0EA34836D08}"/>
          </ac:spMkLst>
        </pc:spChg>
        <pc:spChg chg="del">
          <ac:chgData name="егор миронов" userId="e171f752757be9da" providerId="LiveId" clId="{AB25B3FB-EC0E-46F3-A44A-44ACCF7ED76A}" dt="2025-12-25T04:19:08.665" v="106" actId="26606"/>
          <ac:spMkLst>
            <pc:docMk/>
            <pc:sldMk cId="3070521819" sldId="266"/>
            <ac:spMk id="12" creationId="{BC4C4868-CB8F-4AF9-9CDB-8108F2C19B67}"/>
          </ac:spMkLst>
        </pc:spChg>
        <pc:spChg chg="del">
          <ac:chgData name="егор миронов" userId="e171f752757be9da" providerId="LiveId" clId="{AB25B3FB-EC0E-46F3-A44A-44ACCF7ED76A}" dt="2025-12-25T04:19:08.665" v="106" actId="26606"/>
          <ac:spMkLst>
            <pc:docMk/>
            <pc:sldMk cId="3070521819" sldId="266"/>
            <ac:spMk id="14" creationId="{375E0459-6403-40CD-989D-56A4407CA12E}"/>
          </ac:spMkLst>
        </pc:spChg>
        <pc:spChg chg="del">
          <ac:chgData name="егор миронов" userId="e171f752757be9da" providerId="LiveId" clId="{AB25B3FB-EC0E-46F3-A44A-44ACCF7ED76A}" dt="2025-12-25T04:19:08.665" v="106" actId="26606"/>
          <ac:spMkLst>
            <pc:docMk/>
            <pc:sldMk cId="3070521819" sldId="266"/>
            <ac:spMk id="16" creationId="{53E5B1A8-3AC9-4BD1-9BBC-78CA94F2D1BA}"/>
          </ac:spMkLst>
        </pc:spChg>
        <pc:spChg chg="add del">
          <ac:chgData name="егор миронов" userId="e171f752757be9da" providerId="LiveId" clId="{AB25B3FB-EC0E-46F3-A44A-44ACCF7ED76A}" dt="2025-12-25T04:27:21.713" v="179" actId="26606"/>
          <ac:spMkLst>
            <pc:docMk/>
            <pc:sldMk cId="3070521819" sldId="266"/>
            <ac:spMk id="24" creationId="{BACC6370-2D7E-4714-9D71-7542949D7D5D}"/>
          </ac:spMkLst>
        </pc:spChg>
        <pc:spChg chg="add del">
          <ac:chgData name="егор миронов" userId="e171f752757be9da" providerId="LiveId" clId="{AB25B3FB-EC0E-46F3-A44A-44ACCF7ED76A}" dt="2025-12-25T04:27:21.713" v="179" actId="26606"/>
          <ac:spMkLst>
            <pc:docMk/>
            <pc:sldMk cId="3070521819" sldId="266"/>
            <ac:spMk id="26" creationId="{F68B3F68-107C-434F-AA38-110D5EA91B85}"/>
          </ac:spMkLst>
        </pc:spChg>
        <pc:spChg chg="add del">
          <ac:chgData name="егор миронов" userId="e171f752757be9da" providerId="LiveId" clId="{AB25B3FB-EC0E-46F3-A44A-44ACCF7ED76A}" dt="2025-12-25T04:27:21.713" v="179" actId="26606"/>
          <ac:spMkLst>
            <pc:docMk/>
            <pc:sldMk cId="3070521819" sldId="266"/>
            <ac:spMk id="28" creationId="{AAD0DBB9-1A4B-4391-81D4-CB19F9AB918A}"/>
          </ac:spMkLst>
        </pc:spChg>
        <pc:spChg chg="add del">
          <ac:chgData name="егор миронов" userId="e171f752757be9da" providerId="LiveId" clId="{AB25B3FB-EC0E-46F3-A44A-44ACCF7ED76A}" dt="2025-12-25T04:27:21.713" v="179" actId="26606"/>
          <ac:spMkLst>
            <pc:docMk/>
            <pc:sldMk cId="3070521819" sldId="266"/>
            <ac:spMk id="30" creationId="{063BBA22-50EA-4C4D-BE05-F1CE4E63AA56}"/>
          </ac:spMkLst>
        </pc:spChg>
        <pc:spChg chg="add del">
          <ac:chgData name="егор миронов" userId="e171f752757be9da" providerId="LiveId" clId="{AB25B3FB-EC0E-46F3-A44A-44ACCF7ED76A}" dt="2025-12-25T04:27:21.713" v="179" actId="26606"/>
          <ac:spMkLst>
            <pc:docMk/>
            <pc:sldMk cId="3070521819" sldId="266"/>
            <ac:spMk id="35" creationId="{6C4028FD-8BAA-4A19-BFDE-594D991B7552}"/>
          </ac:spMkLst>
        </pc:spChg>
        <pc:graphicFrameChg chg="mod modGraphic">
          <ac:chgData name="егор миронов" userId="e171f752757be9da" providerId="LiveId" clId="{AB25B3FB-EC0E-46F3-A44A-44ACCF7ED76A}" dt="2025-12-25T04:29:36.722" v="190"/>
          <ac:graphicFrameMkLst>
            <pc:docMk/>
            <pc:sldMk cId="3070521819" sldId="266"/>
            <ac:graphicFrameMk id="19" creationId="{81053DDA-0CE6-E765-5CF3-64BE9FD23257}"/>
          </ac:graphicFrameMkLst>
        </pc:graphicFrameChg>
      </pc:sldChg>
      <pc:sldChg chg="addSp delSp modSp del mod">
        <pc:chgData name="егор миронов" userId="e171f752757be9da" providerId="LiveId" clId="{AB25B3FB-EC0E-46F3-A44A-44ACCF7ED76A}" dt="2025-12-25T04:18:02.875" v="104" actId="47"/>
        <pc:sldMkLst>
          <pc:docMk/>
          <pc:sldMk cId="3856608143" sldId="268"/>
        </pc:sldMkLst>
        <pc:spChg chg="mod ord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2" creationId="{251395BE-9760-0B8E-532C-2C4A3ECF3DD8}"/>
          </ac:spMkLst>
        </pc:spChg>
        <pc:spChg chg="mod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3" creationId="{CC307F29-C47A-5255-B672-FD365C0CE4F8}"/>
          </ac:spMkLst>
        </pc:spChg>
        <pc:spChg chg="add mod">
          <ac:chgData name="егор миронов" userId="e171f752757be9da" providerId="LiveId" clId="{AB25B3FB-EC0E-46F3-A44A-44ACCF7ED76A}" dt="2025-12-25T04:17:16.257" v="73" actId="478"/>
          <ac:spMkLst>
            <pc:docMk/>
            <pc:sldMk cId="3856608143" sldId="268"/>
            <ac:spMk id="6" creationId="{86648EAD-BEE0-D2DB-F29E-45F57BC1CAAA}"/>
          </ac:spMkLst>
        </pc:spChg>
        <pc:spChg chg="add del">
          <ac:chgData name="егор миронов" userId="e171f752757be9da" providerId="LiveId" clId="{AB25B3FB-EC0E-46F3-A44A-44ACCF7ED76A}" dt="2025-12-25T04:14:59.245" v="26" actId="26606"/>
          <ac:spMkLst>
            <pc:docMk/>
            <pc:sldMk cId="3856608143" sldId="268"/>
            <ac:spMk id="31" creationId="{F8260ED5-17F7-4158-B241-D51DD4CF1B7E}"/>
          </ac:spMkLst>
        </pc:spChg>
        <pc:spChg chg="add del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32" creationId="{A8384FB5-9ADC-4DDC-881B-597D56F5B15D}"/>
          </ac:spMkLst>
        </pc:spChg>
        <pc:spChg chg="add del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33" creationId="{91E5A9A7-95C6-4F4F-B00E-C82E07FE62EF}"/>
          </ac:spMkLst>
        </pc:spChg>
        <pc:spChg chg="add del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34" creationId="{D07DD2DE-F619-49DD-B5E7-03A290FF4ED1}"/>
          </ac:spMkLst>
        </pc:spChg>
        <pc:spChg chg="add del">
          <ac:chgData name="егор миронов" userId="e171f752757be9da" providerId="LiveId" clId="{AB25B3FB-EC0E-46F3-A44A-44ACCF7ED76A}" dt="2025-12-25T04:14:59.245" v="26" actId="26606"/>
          <ac:spMkLst>
            <pc:docMk/>
            <pc:sldMk cId="3856608143" sldId="268"/>
            <ac:spMk id="35" creationId="{85149191-5F60-4A28-AAFF-039F96B0F3EC}"/>
          </ac:spMkLst>
        </pc:spChg>
        <pc:spChg chg="add del">
          <ac:chgData name="егор миронов" userId="e171f752757be9da" providerId="LiveId" clId="{AB25B3FB-EC0E-46F3-A44A-44ACCF7ED76A}" dt="2025-12-25T04:14:51.852" v="14" actId="26606"/>
          <ac:spMkLst>
            <pc:docMk/>
            <pc:sldMk cId="3856608143" sldId="268"/>
            <ac:spMk id="40" creationId="{9203DE33-2CD4-4CA8-9AF3-37C3B65133B0}"/>
          </ac:spMkLst>
        </pc:spChg>
        <pc:spChg chg="add del">
          <ac:chgData name="егор миронов" userId="e171f752757be9da" providerId="LiveId" clId="{AB25B3FB-EC0E-46F3-A44A-44ACCF7ED76A}" dt="2025-12-25T04:14:51.852" v="14" actId="26606"/>
          <ac:spMkLst>
            <pc:docMk/>
            <pc:sldMk cId="3856608143" sldId="268"/>
            <ac:spMk id="42" creationId="{0AF57B88-1D4C-41FA-A761-EC1DD10C35CB}"/>
          </ac:spMkLst>
        </pc:spChg>
        <pc:spChg chg="add">
          <ac:chgData name="егор миронов" userId="e171f752757be9da" providerId="LiveId" clId="{AB25B3FB-EC0E-46F3-A44A-44ACCF7ED76A}" dt="2025-12-25T04:14:49.765" v="13" actId="26606"/>
          <ac:spMkLst>
            <pc:docMk/>
            <pc:sldMk cId="3856608143" sldId="268"/>
            <ac:spMk id="44" creationId="{D2548F45-5164-4ABB-8212-7F293FDED8D4}"/>
          </ac:spMkLst>
        </pc:spChg>
        <pc:spChg chg="del">
          <ac:chgData name="егор миронов" userId="e171f752757be9da" providerId="LiveId" clId="{AB25B3FB-EC0E-46F3-A44A-44ACCF7ED76A}" dt="2025-12-25T04:14:51.852" v="14" actId="26606"/>
          <ac:spMkLst>
            <pc:docMk/>
            <pc:sldMk cId="3856608143" sldId="268"/>
            <ac:spMk id="46" creationId="{5E81CCFB-7BEF-4186-86FB-D09450B4D02D}"/>
          </ac:spMkLst>
        </pc:spChg>
        <pc:spChg chg="add del">
          <ac:chgData name="егор миронов" userId="e171f752757be9da" providerId="LiveId" clId="{AB25B3FB-EC0E-46F3-A44A-44ACCF7ED76A}" dt="2025-12-25T04:14:53.220" v="16" actId="26606"/>
          <ac:spMkLst>
            <pc:docMk/>
            <pc:sldMk cId="3856608143" sldId="268"/>
            <ac:spMk id="48" creationId="{F8260ED5-17F7-4158-B241-D51DD4CF1B7E}"/>
          </ac:spMkLst>
        </pc:spChg>
        <pc:spChg chg="add del">
          <ac:chgData name="егор миронов" userId="e171f752757be9da" providerId="LiveId" clId="{AB25B3FB-EC0E-46F3-A44A-44ACCF7ED76A}" dt="2025-12-25T04:14:53.220" v="16" actId="26606"/>
          <ac:spMkLst>
            <pc:docMk/>
            <pc:sldMk cId="3856608143" sldId="268"/>
            <ac:spMk id="51" creationId="{D07DD2DE-F619-49DD-B5E7-03A290FF4ED1}"/>
          </ac:spMkLst>
        </pc:spChg>
        <pc:spChg chg="add del">
          <ac:chgData name="егор миронов" userId="e171f752757be9da" providerId="LiveId" clId="{AB25B3FB-EC0E-46F3-A44A-44ACCF7ED76A}" dt="2025-12-25T04:14:53.220" v="16" actId="26606"/>
          <ac:spMkLst>
            <pc:docMk/>
            <pc:sldMk cId="3856608143" sldId="268"/>
            <ac:spMk id="52" creationId="{85149191-5F60-4A28-AAFF-039F96B0F3EC}"/>
          </ac:spMkLst>
        </pc:spChg>
        <pc:spChg chg="add del">
          <ac:chgData name="егор миронов" userId="e171f752757be9da" providerId="LiveId" clId="{AB25B3FB-EC0E-46F3-A44A-44ACCF7ED76A}" dt="2025-12-25T04:14:53.773" v="18" actId="26606"/>
          <ac:spMkLst>
            <pc:docMk/>
            <pc:sldMk cId="3856608143" sldId="268"/>
            <ac:spMk id="54" creationId="{9203DE33-2CD4-4CA8-9AF3-37C3B65133B0}"/>
          </ac:spMkLst>
        </pc:spChg>
        <pc:spChg chg="add del">
          <ac:chgData name="егор миронов" userId="e171f752757be9da" providerId="LiveId" clId="{AB25B3FB-EC0E-46F3-A44A-44ACCF7ED76A}" dt="2025-12-25T04:14:53.773" v="18" actId="26606"/>
          <ac:spMkLst>
            <pc:docMk/>
            <pc:sldMk cId="3856608143" sldId="268"/>
            <ac:spMk id="56" creationId="{D2548F45-5164-4ABB-8212-7F293FDED8D4}"/>
          </ac:spMkLst>
        </pc:spChg>
        <pc:spChg chg="add del">
          <ac:chgData name="егор миронов" userId="e171f752757be9da" providerId="LiveId" clId="{AB25B3FB-EC0E-46F3-A44A-44ACCF7ED76A}" dt="2025-12-25T04:14:53.773" v="18" actId="26606"/>
          <ac:spMkLst>
            <pc:docMk/>
            <pc:sldMk cId="3856608143" sldId="268"/>
            <ac:spMk id="57" creationId="{5E81CCFB-7BEF-4186-86FB-D09450B4D02D}"/>
          </ac:spMkLst>
        </pc:spChg>
        <pc:spChg chg="add del">
          <ac:chgData name="егор миронов" userId="e171f752757be9da" providerId="LiveId" clId="{AB25B3FB-EC0E-46F3-A44A-44ACCF7ED76A}" dt="2025-12-25T04:14:56.666" v="20" actId="26606"/>
          <ac:spMkLst>
            <pc:docMk/>
            <pc:sldMk cId="3856608143" sldId="268"/>
            <ac:spMk id="59" creationId="{A8384FB5-9ADC-4DDC-881B-597D56F5B15D}"/>
          </ac:spMkLst>
        </pc:spChg>
        <pc:spChg chg="add del">
          <ac:chgData name="егор миронов" userId="e171f752757be9da" providerId="LiveId" clId="{AB25B3FB-EC0E-46F3-A44A-44ACCF7ED76A}" dt="2025-12-25T04:14:56.666" v="20" actId="26606"/>
          <ac:spMkLst>
            <pc:docMk/>
            <pc:sldMk cId="3856608143" sldId="268"/>
            <ac:spMk id="60" creationId="{91E5A9A7-95C6-4F4F-B00E-C82E07FE62EF}"/>
          </ac:spMkLst>
        </pc:spChg>
        <pc:spChg chg="add del">
          <ac:chgData name="егор миронов" userId="e171f752757be9da" providerId="LiveId" clId="{AB25B3FB-EC0E-46F3-A44A-44ACCF7ED76A}" dt="2025-12-25T04:14:56.666" v="20" actId="26606"/>
          <ac:spMkLst>
            <pc:docMk/>
            <pc:sldMk cId="3856608143" sldId="268"/>
            <ac:spMk id="61" creationId="{D07DD2DE-F619-49DD-B5E7-03A290FF4ED1}"/>
          </ac:spMkLst>
        </pc:spChg>
        <pc:spChg chg="add del">
          <ac:chgData name="егор миронов" userId="e171f752757be9da" providerId="LiveId" clId="{AB25B3FB-EC0E-46F3-A44A-44ACCF7ED76A}" dt="2025-12-25T04:14:56.666" v="20" actId="26606"/>
          <ac:spMkLst>
            <pc:docMk/>
            <pc:sldMk cId="3856608143" sldId="268"/>
            <ac:spMk id="63" creationId="{F8260ED5-17F7-4158-B241-D51DD4CF1B7E}"/>
          </ac:spMkLst>
        </pc:spChg>
        <pc:spChg chg="add del">
          <ac:chgData name="егор миронов" userId="e171f752757be9da" providerId="LiveId" clId="{AB25B3FB-EC0E-46F3-A44A-44ACCF7ED76A}" dt="2025-12-25T04:14:57.510" v="22" actId="26606"/>
          <ac:spMkLst>
            <pc:docMk/>
            <pc:sldMk cId="3856608143" sldId="268"/>
            <ac:spMk id="65" creationId="{9203DE33-2CD4-4CA8-9AF3-37C3B65133B0}"/>
          </ac:spMkLst>
        </pc:spChg>
        <pc:spChg chg="add del">
          <ac:chgData name="егор миронов" userId="e171f752757be9da" providerId="LiveId" clId="{AB25B3FB-EC0E-46F3-A44A-44ACCF7ED76A}" dt="2025-12-25T04:14:57.510" v="22" actId="26606"/>
          <ac:spMkLst>
            <pc:docMk/>
            <pc:sldMk cId="3856608143" sldId="268"/>
            <ac:spMk id="66" creationId="{0AF57B88-1D4C-41FA-A761-EC1DD10C35CB}"/>
          </ac:spMkLst>
        </pc:spChg>
        <pc:spChg chg="add del">
          <ac:chgData name="егор миронов" userId="e171f752757be9da" providerId="LiveId" clId="{AB25B3FB-EC0E-46F3-A44A-44ACCF7ED76A}" dt="2025-12-25T04:14:57.510" v="22" actId="26606"/>
          <ac:spMkLst>
            <pc:docMk/>
            <pc:sldMk cId="3856608143" sldId="268"/>
            <ac:spMk id="67" creationId="{D2548F45-5164-4ABB-8212-7F293FDED8D4}"/>
          </ac:spMkLst>
        </pc:spChg>
        <pc:spChg chg="add del">
          <ac:chgData name="егор миронов" userId="e171f752757be9da" providerId="LiveId" clId="{AB25B3FB-EC0E-46F3-A44A-44ACCF7ED76A}" dt="2025-12-25T04:14:57.510" v="22" actId="26606"/>
          <ac:spMkLst>
            <pc:docMk/>
            <pc:sldMk cId="3856608143" sldId="268"/>
            <ac:spMk id="68" creationId="{5E81CCFB-7BEF-4186-86FB-D09450B4D02D}"/>
          </ac:spMkLst>
        </pc:spChg>
        <pc:spChg chg="add del">
          <ac:chgData name="егор миронов" userId="e171f752757be9da" providerId="LiveId" clId="{AB25B3FB-EC0E-46F3-A44A-44ACCF7ED76A}" dt="2025-12-25T04:14:58.864" v="24" actId="26606"/>
          <ac:spMkLst>
            <pc:docMk/>
            <pc:sldMk cId="3856608143" sldId="268"/>
            <ac:spMk id="70" creationId="{A8384FB5-9ADC-4DDC-881B-597D56F5B15D}"/>
          </ac:spMkLst>
        </pc:spChg>
        <pc:spChg chg="add del">
          <ac:chgData name="егор миронов" userId="e171f752757be9da" providerId="LiveId" clId="{AB25B3FB-EC0E-46F3-A44A-44ACCF7ED76A}" dt="2025-12-25T04:14:58.864" v="24" actId="26606"/>
          <ac:spMkLst>
            <pc:docMk/>
            <pc:sldMk cId="3856608143" sldId="268"/>
            <ac:spMk id="71" creationId="{91E5A9A7-95C6-4F4F-B00E-C82E07FE62EF}"/>
          </ac:spMkLst>
        </pc:spChg>
        <pc:spChg chg="add del">
          <ac:chgData name="егор миронов" userId="e171f752757be9da" providerId="LiveId" clId="{AB25B3FB-EC0E-46F3-A44A-44ACCF7ED76A}" dt="2025-12-25T04:14:58.864" v="24" actId="26606"/>
          <ac:spMkLst>
            <pc:docMk/>
            <pc:sldMk cId="3856608143" sldId="268"/>
            <ac:spMk id="72" creationId="{D07DD2DE-F619-49DD-B5E7-03A290FF4ED1}"/>
          </ac:spMkLst>
        </pc:spChg>
        <pc:spChg chg="add del">
          <ac:chgData name="егор миронов" userId="e171f752757be9da" providerId="LiveId" clId="{AB25B3FB-EC0E-46F3-A44A-44ACCF7ED76A}" dt="2025-12-25T04:14:58.864" v="24" actId="26606"/>
          <ac:spMkLst>
            <pc:docMk/>
            <pc:sldMk cId="3856608143" sldId="268"/>
            <ac:spMk id="73" creationId="{85149191-5F60-4A28-AAFF-039F96B0F3EC}"/>
          </ac:spMkLst>
        </pc:spChg>
        <pc:spChg chg="add del">
          <ac:chgData name="егор миронов" userId="e171f752757be9da" providerId="LiveId" clId="{AB25B3FB-EC0E-46F3-A44A-44ACCF7ED76A}" dt="2025-12-25T04:14:59.245" v="26" actId="26606"/>
          <ac:spMkLst>
            <pc:docMk/>
            <pc:sldMk cId="3856608143" sldId="268"/>
            <ac:spMk id="76" creationId="{9203DE33-2CD4-4CA8-9AF3-37C3B65133B0}"/>
          </ac:spMkLst>
        </pc:spChg>
        <pc:spChg chg="add del">
          <ac:chgData name="егор миронов" userId="e171f752757be9da" providerId="LiveId" clId="{AB25B3FB-EC0E-46F3-A44A-44ACCF7ED76A}" dt="2025-12-25T04:14:59.245" v="26" actId="26606"/>
          <ac:spMkLst>
            <pc:docMk/>
            <pc:sldMk cId="3856608143" sldId="268"/>
            <ac:spMk id="77" creationId="{0AF57B88-1D4C-41FA-A761-EC1DD10C35CB}"/>
          </ac:spMkLst>
        </pc:spChg>
        <pc:spChg chg="add del">
          <ac:chgData name="егор миронов" userId="e171f752757be9da" providerId="LiveId" clId="{AB25B3FB-EC0E-46F3-A44A-44ACCF7ED76A}" dt="2025-12-25T04:14:59.245" v="26" actId="26606"/>
          <ac:spMkLst>
            <pc:docMk/>
            <pc:sldMk cId="3856608143" sldId="268"/>
            <ac:spMk id="78" creationId="{D2548F45-5164-4ABB-8212-7F293FDED8D4}"/>
          </ac:spMkLst>
        </pc:spChg>
        <pc:spChg chg="add del">
          <ac:chgData name="егор миронов" userId="e171f752757be9da" providerId="LiveId" clId="{AB25B3FB-EC0E-46F3-A44A-44ACCF7ED76A}" dt="2025-12-25T04:14:59.245" v="26" actId="26606"/>
          <ac:spMkLst>
            <pc:docMk/>
            <pc:sldMk cId="3856608143" sldId="268"/>
            <ac:spMk id="79" creationId="{5E81CCFB-7BEF-4186-86FB-D09450B4D02D}"/>
          </ac:spMkLst>
        </pc:spChg>
        <pc:spChg chg="add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81" creationId="{A8384FB5-9ADC-4DDC-881B-597D56F5B15D}"/>
          </ac:spMkLst>
        </pc:spChg>
        <pc:spChg chg="add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82" creationId="{91E5A9A7-95C6-4F4F-B00E-C82E07FE62EF}"/>
          </ac:spMkLst>
        </pc:spChg>
        <pc:spChg chg="add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83" creationId="{D07DD2DE-F619-49DD-B5E7-03A290FF4ED1}"/>
          </ac:spMkLst>
        </pc:spChg>
        <pc:spChg chg="add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84" creationId="{85149191-5F60-4A28-AAFF-039F96B0F3EC}"/>
          </ac:spMkLst>
        </pc:spChg>
        <pc:spChg chg="add">
          <ac:chgData name="егор миронов" userId="e171f752757be9da" providerId="LiveId" clId="{AB25B3FB-EC0E-46F3-A44A-44ACCF7ED76A}" dt="2025-12-25T04:14:59.251" v="27" actId="26606"/>
          <ac:spMkLst>
            <pc:docMk/>
            <pc:sldMk cId="3856608143" sldId="268"/>
            <ac:spMk id="85" creationId="{F8260ED5-17F7-4158-B241-D51DD4CF1B7E}"/>
          </ac:spMkLst>
        </pc:spChg>
        <pc:picChg chg="del">
          <ac:chgData name="егор миронов" userId="e171f752757be9da" providerId="LiveId" clId="{AB25B3FB-EC0E-46F3-A44A-44ACCF7ED76A}" dt="2025-12-25T04:17:16.257" v="73" actId="478"/>
          <ac:picMkLst>
            <pc:docMk/>
            <pc:sldMk cId="3856608143" sldId="268"/>
            <ac:picMk id="5" creationId="{60A84FFF-E217-5049-4DF5-E90741533C0E}"/>
          </ac:picMkLst>
        </pc:picChg>
      </pc:sldChg>
      <pc:sldChg chg="modSp del mod">
        <pc:chgData name="егор миронов" userId="e171f752757be9da" providerId="LiveId" clId="{AB25B3FB-EC0E-46F3-A44A-44ACCF7ED76A}" dt="2025-12-25T04:17:19.820" v="74" actId="47"/>
        <pc:sldMkLst>
          <pc:docMk/>
          <pc:sldMk cId="1818186293" sldId="269"/>
        </pc:sldMkLst>
        <pc:picChg chg="mod">
          <ac:chgData name="егор миронов" userId="e171f752757be9da" providerId="LiveId" clId="{AB25B3FB-EC0E-46F3-A44A-44ACCF7ED76A}" dt="2025-12-25T04:15:22.898" v="28" actId="1076"/>
          <ac:picMkLst>
            <pc:docMk/>
            <pc:sldMk cId="1818186293" sldId="269"/>
            <ac:picMk id="5" creationId="{44D38D40-23DA-42C2-1C9F-7706FC420B27}"/>
          </ac:picMkLst>
        </pc:picChg>
      </pc:sldChg>
      <pc:sldChg chg="addSp delSp modSp new mod ord setBg">
        <pc:chgData name="егор миронов" userId="e171f752757be9da" providerId="LiveId" clId="{AB25B3FB-EC0E-46F3-A44A-44ACCF7ED76A}" dt="2025-12-25T04:17:08.805" v="72" actId="1076"/>
        <pc:sldMkLst>
          <pc:docMk/>
          <pc:sldMk cId="2665101234" sldId="271"/>
        </pc:sldMkLst>
        <pc:spChg chg="mod">
          <ac:chgData name="егор миронов" userId="e171f752757be9da" providerId="LiveId" clId="{AB25B3FB-EC0E-46F3-A44A-44ACCF7ED76A}" dt="2025-12-25T04:16:37.522" v="65" actId="26606"/>
          <ac:spMkLst>
            <pc:docMk/>
            <pc:sldMk cId="2665101234" sldId="271"/>
            <ac:spMk id="2" creationId="{BF748643-93B8-4B8B-40EE-121077DB3BC2}"/>
          </ac:spMkLst>
        </pc:spChg>
        <pc:spChg chg="del">
          <ac:chgData name="егор миронов" userId="e171f752757be9da" providerId="LiveId" clId="{AB25B3FB-EC0E-46F3-A44A-44ACCF7ED76A}" dt="2025-12-25T04:15:37.477" v="56"/>
          <ac:spMkLst>
            <pc:docMk/>
            <pc:sldMk cId="2665101234" sldId="271"/>
            <ac:spMk id="3" creationId="{20071BD0-4DE1-7269-3C66-1998BEC69B58}"/>
          </ac:spMkLst>
        </pc:spChg>
        <pc:spChg chg="mod ord">
          <ac:chgData name="егор миронов" userId="e171f752757be9da" providerId="LiveId" clId="{AB25B3FB-EC0E-46F3-A44A-44ACCF7ED76A}" dt="2025-12-25T04:16:37.522" v="65" actId="26606"/>
          <ac:spMkLst>
            <pc:docMk/>
            <pc:sldMk cId="2665101234" sldId="271"/>
            <ac:spMk id="4" creationId="{FFACBA3A-9AB2-90FF-6AE1-CEE3F7916D07}"/>
          </ac:spMkLst>
        </pc:spChg>
        <pc:spChg chg="add del mod">
          <ac:chgData name="егор миронов" userId="e171f752757be9da" providerId="LiveId" clId="{AB25B3FB-EC0E-46F3-A44A-44ACCF7ED76A}" dt="2025-12-25T04:16:41.494" v="66"/>
          <ac:spMkLst>
            <pc:docMk/>
            <pc:sldMk cId="2665101234" sldId="271"/>
            <ac:spMk id="7" creationId="{CFC338AA-17D8-F101-A3E9-B87F85BD4683}"/>
          </ac:spMkLst>
        </pc:spChg>
        <pc:spChg chg="add del">
          <ac:chgData name="егор миронов" userId="e171f752757be9da" providerId="LiveId" clId="{AB25B3FB-EC0E-46F3-A44A-44ACCF7ED76A}" dt="2025-12-25T04:16:26.965" v="60" actId="26606"/>
          <ac:spMkLst>
            <pc:docMk/>
            <pc:sldMk cId="2665101234" sldId="271"/>
            <ac:spMk id="9" creationId="{18321E2C-FA2A-7847-F9CE-9357A12C9BAC}"/>
          </ac:spMkLst>
        </pc:spChg>
        <pc:spChg chg="add">
          <ac:chgData name="егор миронов" userId="e171f752757be9da" providerId="LiveId" clId="{AB25B3FB-EC0E-46F3-A44A-44ACCF7ED76A}" dt="2025-12-25T04:16:37.522" v="65" actId="26606"/>
          <ac:spMkLst>
            <pc:docMk/>
            <pc:sldMk cId="2665101234" sldId="271"/>
            <ac:spMk id="10" creationId="{1B15ED52-F352-441B-82BF-E0EA34836D08}"/>
          </ac:spMkLst>
        </pc:spChg>
        <pc:spChg chg="add">
          <ac:chgData name="егор миронов" userId="e171f752757be9da" providerId="LiveId" clId="{AB25B3FB-EC0E-46F3-A44A-44ACCF7ED76A}" dt="2025-12-25T04:16:37.522" v="65" actId="26606"/>
          <ac:spMkLst>
            <pc:docMk/>
            <pc:sldMk cId="2665101234" sldId="271"/>
            <ac:spMk id="11" creationId="{3B2E3793-BFE6-45A2-9B7B-E18844431C99}"/>
          </ac:spMkLst>
        </pc:spChg>
        <pc:spChg chg="add del">
          <ac:chgData name="егор миронов" userId="e171f752757be9da" providerId="LiveId" clId="{AB25B3FB-EC0E-46F3-A44A-44ACCF7ED76A}" dt="2025-12-25T04:16:26.965" v="60" actId="26606"/>
          <ac:spMkLst>
            <pc:docMk/>
            <pc:sldMk cId="2665101234" sldId="271"/>
            <ac:spMk id="12" creationId="{1B15ED52-F352-441B-82BF-E0EA34836D08}"/>
          </ac:spMkLst>
        </pc:spChg>
        <pc:spChg chg="add">
          <ac:chgData name="егор миронов" userId="e171f752757be9da" providerId="LiveId" clId="{AB25B3FB-EC0E-46F3-A44A-44ACCF7ED76A}" dt="2025-12-25T04:16:37.522" v="65" actId="26606"/>
          <ac:spMkLst>
            <pc:docMk/>
            <pc:sldMk cId="2665101234" sldId="271"/>
            <ac:spMk id="13" creationId="{BC4C4868-CB8F-4AF9-9CDB-8108F2C19B67}"/>
          </ac:spMkLst>
        </pc:spChg>
        <pc:spChg chg="add del">
          <ac:chgData name="егор миронов" userId="e171f752757be9da" providerId="LiveId" clId="{AB25B3FB-EC0E-46F3-A44A-44ACCF7ED76A}" dt="2025-12-25T04:16:26.965" v="60" actId="26606"/>
          <ac:spMkLst>
            <pc:docMk/>
            <pc:sldMk cId="2665101234" sldId="271"/>
            <ac:spMk id="14" creationId="{3B2E3793-BFE6-45A2-9B7B-E18844431C99}"/>
          </ac:spMkLst>
        </pc:spChg>
        <pc:spChg chg="add">
          <ac:chgData name="егор миронов" userId="e171f752757be9da" providerId="LiveId" clId="{AB25B3FB-EC0E-46F3-A44A-44ACCF7ED76A}" dt="2025-12-25T04:16:37.522" v="65" actId="26606"/>
          <ac:spMkLst>
            <pc:docMk/>
            <pc:sldMk cId="2665101234" sldId="271"/>
            <ac:spMk id="15" creationId="{375E0459-6403-40CD-989D-56A4407CA12E}"/>
          </ac:spMkLst>
        </pc:spChg>
        <pc:spChg chg="add del">
          <ac:chgData name="егор миронов" userId="e171f752757be9da" providerId="LiveId" clId="{AB25B3FB-EC0E-46F3-A44A-44ACCF7ED76A}" dt="2025-12-25T04:16:26.965" v="60" actId="26606"/>
          <ac:spMkLst>
            <pc:docMk/>
            <pc:sldMk cId="2665101234" sldId="271"/>
            <ac:spMk id="16" creationId="{BC4C4868-CB8F-4AF9-9CDB-8108F2C19B67}"/>
          </ac:spMkLst>
        </pc:spChg>
        <pc:spChg chg="add">
          <ac:chgData name="егор миронов" userId="e171f752757be9da" providerId="LiveId" clId="{AB25B3FB-EC0E-46F3-A44A-44ACCF7ED76A}" dt="2025-12-25T04:16:37.522" v="65" actId="26606"/>
          <ac:spMkLst>
            <pc:docMk/>
            <pc:sldMk cId="2665101234" sldId="271"/>
            <ac:spMk id="17" creationId="{53E5B1A8-3AC9-4BD1-9BBC-78CA94F2D1BA}"/>
          </ac:spMkLst>
        </pc:spChg>
        <pc:spChg chg="add del">
          <ac:chgData name="егор миронов" userId="e171f752757be9da" providerId="LiveId" clId="{AB25B3FB-EC0E-46F3-A44A-44ACCF7ED76A}" dt="2025-12-25T04:16:26.965" v="60" actId="26606"/>
          <ac:spMkLst>
            <pc:docMk/>
            <pc:sldMk cId="2665101234" sldId="271"/>
            <ac:spMk id="18" creationId="{375E0459-6403-40CD-989D-56A4407CA12E}"/>
          </ac:spMkLst>
        </pc:spChg>
        <pc:spChg chg="add del">
          <ac:chgData name="егор миронов" userId="e171f752757be9da" providerId="LiveId" clId="{AB25B3FB-EC0E-46F3-A44A-44ACCF7ED76A}" dt="2025-12-25T04:16:26.965" v="60" actId="26606"/>
          <ac:spMkLst>
            <pc:docMk/>
            <pc:sldMk cId="2665101234" sldId="271"/>
            <ac:spMk id="20" creationId="{53E5B1A8-3AC9-4BD1-9BBC-78CA94F2D1BA}"/>
          </ac:spMkLst>
        </pc:spChg>
        <pc:picChg chg="add del mod">
          <ac:chgData name="егор миронов" userId="e171f752757be9da" providerId="LiveId" clId="{AB25B3FB-EC0E-46F3-A44A-44ACCF7ED76A}" dt="2025-12-25T04:16:33.549" v="64" actId="478"/>
          <ac:picMkLst>
            <pc:docMk/>
            <pc:sldMk cId="2665101234" sldId="271"/>
            <ac:picMk id="5" creationId="{2E2620E6-EE3F-0505-BA86-E686B1B51975}"/>
          </ac:picMkLst>
        </pc:picChg>
        <pc:picChg chg="add mod">
          <ac:chgData name="егор миронов" userId="e171f752757be9da" providerId="LiveId" clId="{AB25B3FB-EC0E-46F3-A44A-44ACCF7ED76A}" dt="2025-12-25T04:17:08.805" v="72" actId="1076"/>
          <ac:picMkLst>
            <pc:docMk/>
            <pc:sldMk cId="2665101234" sldId="271"/>
            <ac:picMk id="8" creationId="{27BD0F81-EBE3-7463-232F-F9FACBF55518}"/>
          </ac:picMkLst>
        </pc:picChg>
      </pc:sldChg>
      <pc:sldChg chg="addSp delSp modSp new mod setBg">
        <pc:chgData name="егор миронов" userId="e171f752757be9da" providerId="LiveId" clId="{AB25B3FB-EC0E-46F3-A44A-44ACCF7ED76A}" dt="2025-12-25T04:17:52.629" v="103" actId="1076"/>
        <pc:sldMkLst>
          <pc:docMk/>
          <pc:sldMk cId="481599526" sldId="272"/>
        </pc:sldMkLst>
        <pc:spChg chg="mod">
          <ac:chgData name="егор миронов" userId="e171f752757be9da" providerId="LiveId" clId="{AB25B3FB-EC0E-46F3-A44A-44ACCF7ED76A}" dt="2025-12-25T04:17:32.952" v="98" actId="26606"/>
          <ac:spMkLst>
            <pc:docMk/>
            <pc:sldMk cId="481599526" sldId="272"/>
            <ac:spMk id="2" creationId="{0A720AE0-9E9A-1907-444A-8295B25F81E5}"/>
          </ac:spMkLst>
        </pc:spChg>
        <pc:spChg chg="del mod">
          <ac:chgData name="егор миронов" userId="e171f752757be9da" providerId="LiveId" clId="{AB25B3FB-EC0E-46F3-A44A-44ACCF7ED76A}" dt="2025-12-25T04:17:35.130" v="99"/>
          <ac:spMkLst>
            <pc:docMk/>
            <pc:sldMk cId="481599526" sldId="272"/>
            <ac:spMk id="3" creationId="{54F5CBF4-34A7-EC0A-98D6-24E20824B3E5}"/>
          </ac:spMkLst>
        </pc:spChg>
        <pc:spChg chg="mod">
          <ac:chgData name="егор миронов" userId="e171f752757be9da" providerId="LiveId" clId="{AB25B3FB-EC0E-46F3-A44A-44ACCF7ED76A}" dt="2025-12-25T04:17:32.952" v="98" actId="26606"/>
          <ac:spMkLst>
            <pc:docMk/>
            <pc:sldMk cId="481599526" sldId="272"/>
            <ac:spMk id="4" creationId="{A7340DD5-05A5-D13B-7E06-FBD955DBCDA8}"/>
          </ac:spMkLst>
        </pc:spChg>
        <pc:spChg chg="add">
          <ac:chgData name="егор миронов" userId="e171f752757be9da" providerId="LiveId" clId="{AB25B3FB-EC0E-46F3-A44A-44ACCF7ED76A}" dt="2025-12-25T04:17:32.952" v="98" actId="26606"/>
          <ac:spMkLst>
            <pc:docMk/>
            <pc:sldMk cId="481599526" sldId="272"/>
            <ac:spMk id="9" creationId="{1B15ED52-F352-441B-82BF-E0EA34836D08}"/>
          </ac:spMkLst>
        </pc:spChg>
        <pc:spChg chg="add">
          <ac:chgData name="егор миронов" userId="e171f752757be9da" providerId="LiveId" clId="{AB25B3FB-EC0E-46F3-A44A-44ACCF7ED76A}" dt="2025-12-25T04:17:32.952" v="98" actId="26606"/>
          <ac:spMkLst>
            <pc:docMk/>
            <pc:sldMk cId="481599526" sldId="272"/>
            <ac:spMk id="11" creationId="{3B2E3793-BFE6-45A2-9B7B-E18844431C99}"/>
          </ac:spMkLst>
        </pc:spChg>
        <pc:spChg chg="add">
          <ac:chgData name="егор миронов" userId="e171f752757be9da" providerId="LiveId" clId="{AB25B3FB-EC0E-46F3-A44A-44ACCF7ED76A}" dt="2025-12-25T04:17:32.952" v="98" actId="26606"/>
          <ac:spMkLst>
            <pc:docMk/>
            <pc:sldMk cId="481599526" sldId="272"/>
            <ac:spMk id="13" creationId="{BC4C4868-CB8F-4AF9-9CDB-8108F2C19B67}"/>
          </ac:spMkLst>
        </pc:spChg>
        <pc:spChg chg="add">
          <ac:chgData name="егор миронов" userId="e171f752757be9da" providerId="LiveId" clId="{AB25B3FB-EC0E-46F3-A44A-44ACCF7ED76A}" dt="2025-12-25T04:17:32.952" v="98" actId="26606"/>
          <ac:spMkLst>
            <pc:docMk/>
            <pc:sldMk cId="481599526" sldId="272"/>
            <ac:spMk id="15" creationId="{375E0459-6403-40CD-989D-56A4407CA12E}"/>
          </ac:spMkLst>
        </pc:spChg>
        <pc:spChg chg="add">
          <ac:chgData name="егор миронов" userId="e171f752757be9da" providerId="LiveId" clId="{AB25B3FB-EC0E-46F3-A44A-44ACCF7ED76A}" dt="2025-12-25T04:17:32.952" v="98" actId="26606"/>
          <ac:spMkLst>
            <pc:docMk/>
            <pc:sldMk cId="481599526" sldId="272"/>
            <ac:spMk id="17" creationId="{53E5B1A8-3AC9-4BD1-9BBC-78CA94F2D1BA}"/>
          </ac:spMkLst>
        </pc:spChg>
        <pc:picChg chg="add mod">
          <ac:chgData name="егор миронов" userId="e171f752757be9da" providerId="LiveId" clId="{AB25B3FB-EC0E-46F3-A44A-44ACCF7ED76A}" dt="2025-12-25T04:17:52.629" v="103" actId="1076"/>
          <ac:picMkLst>
            <pc:docMk/>
            <pc:sldMk cId="481599526" sldId="272"/>
            <ac:picMk id="5" creationId="{8EF6DDC8-42FA-CC3A-6A4B-7D1C2C820968}"/>
          </ac:picMkLst>
        </pc:picChg>
      </pc:sldChg>
      <pc:sldChg chg="modSp new mod">
        <pc:chgData name="егор миронов" userId="e171f752757be9da" providerId="LiveId" clId="{AB25B3FB-EC0E-46F3-A44A-44ACCF7ED76A}" dt="2025-12-25T04:29:56.308" v="208" actId="20577"/>
        <pc:sldMkLst>
          <pc:docMk/>
          <pc:sldMk cId="3039585096" sldId="273"/>
        </pc:sldMkLst>
        <pc:spChg chg="mod">
          <ac:chgData name="егор миронов" userId="e171f752757be9da" providerId="LiveId" clId="{AB25B3FB-EC0E-46F3-A44A-44ACCF7ED76A}" dt="2025-12-25T04:29:56.308" v="208" actId="20577"/>
          <ac:spMkLst>
            <pc:docMk/>
            <pc:sldMk cId="3039585096" sldId="273"/>
            <ac:spMk id="2" creationId="{D88C2C95-4A22-48E8-57DF-65A8A7145F4C}"/>
          </ac:spMkLst>
        </pc:spChg>
      </pc:sldChg>
      <pc:sldChg chg="modSp new mod">
        <pc:chgData name="егор миронов" userId="e171f752757be9da" providerId="LiveId" clId="{AB25B3FB-EC0E-46F3-A44A-44ACCF7ED76A}" dt="2025-12-25T04:30:04.565" v="230" actId="20577"/>
        <pc:sldMkLst>
          <pc:docMk/>
          <pc:sldMk cId="2308631371" sldId="274"/>
        </pc:sldMkLst>
        <pc:spChg chg="mod">
          <ac:chgData name="егор миронов" userId="e171f752757be9da" providerId="LiveId" clId="{AB25B3FB-EC0E-46F3-A44A-44ACCF7ED76A}" dt="2025-12-25T04:30:04.565" v="230" actId="20577"/>
          <ac:spMkLst>
            <pc:docMk/>
            <pc:sldMk cId="2308631371" sldId="274"/>
            <ac:spMk id="2" creationId="{A2826595-48C1-B7F2-CAC9-952D823C1AD7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9A7823-3843-4F72-A0D9-DF668897CAE7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81A53D9-4E22-496F-BFDA-9E748C01BAB2}">
      <dgm:prSet/>
      <dgm:spPr/>
      <dgm:t>
        <a:bodyPr/>
        <a:lstStyle/>
        <a:p>
          <a:r>
            <a:rPr lang="ru-RU" dirty="0"/>
            <a:t>Высокая стоимость простоев оборудования</a:t>
          </a:r>
          <a:endParaRPr lang="en-US" dirty="0"/>
        </a:p>
      </dgm:t>
    </dgm:pt>
    <dgm:pt modelId="{83BE5721-7C7C-42A9-A8A2-9F093F0D70B5}" type="parTrans" cxnId="{C08D0EB0-5D91-4322-BD84-6FA343BBD77D}">
      <dgm:prSet/>
      <dgm:spPr/>
      <dgm:t>
        <a:bodyPr/>
        <a:lstStyle/>
        <a:p>
          <a:endParaRPr lang="en-US"/>
        </a:p>
      </dgm:t>
    </dgm:pt>
    <dgm:pt modelId="{AABC03FF-AFCF-478D-B073-9760B8F48AF5}" type="sibTrans" cxnId="{C08D0EB0-5D91-4322-BD84-6FA343BBD77D}">
      <dgm:prSet/>
      <dgm:spPr/>
      <dgm:t>
        <a:bodyPr/>
        <a:lstStyle/>
        <a:p>
          <a:endParaRPr lang="en-US"/>
        </a:p>
      </dgm:t>
    </dgm:pt>
    <dgm:pt modelId="{2975179C-38F7-4636-9E8F-6D7F2A57B777}">
      <dgm:prSet/>
      <dgm:spPr/>
      <dgm:t>
        <a:bodyPr/>
        <a:lstStyle/>
        <a:p>
          <a:r>
            <a:rPr lang="ru-RU"/>
            <a:t>Износ узлов робота-паллетизатора</a:t>
          </a:r>
          <a:endParaRPr lang="en-US"/>
        </a:p>
      </dgm:t>
    </dgm:pt>
    <dgm:pt modelId="{EB65AA4E-82CE-44F2-84DA-55FEB1DDE370}" type="parTrans" cxnId="{2A4AEA6E-E69A-441E-B963-C58A43DD08AB}">
      <dgm:prSet/>
      <dgm:spPr/>
      <dgm:t>
        <a:bodyPr/>
        <a:lstStyle/>
        <a:p>
          <a:endParaRPr lang="en-US"/>
        </a:p>
      </dgm:t>
    </dgm:pt>
    <dgm:pt modelId="{B7E714B7-2CA9-4A83-84DB-E41BD12113E3}" type="sibTrans" cxnId="{2A4AEA6E-E69A-441E-B963-C58A43DD08AB}">
      <dgm:prSet/>
      <dgm:spPr/>
      <dgm:t>
        <a:bodyPr/>
        <a:lstStyle/>
        <a:p>
          <a:endParaRPr lang="en-US"/>
        </a:p>
      </dgm:t>
    </dgm:pt>
    <dgm:pt modelId="{E9FE7CD8-0EBF-45F7-AA08-4D68E99CA0F9}">
      <dgm:prSet/>
      <dgm:spPr/>
      <dgm:t>
        <a:bodyPr/>
        <a:lstStyle/>
        <a:p>
          <a:r>
            <a:rPr lang="ru-RU" dirty="0"/>
            <a:t>Различные ограничения регламентного ТО</a:t>
          </a:r>
          <a:endParaRPr lang="en-US" dirty="0"/>
        </a:p>
      </dgm:t>
    </dgm:pt>
    <dgm:pt modelId="{3DCC135C-078F-4808-A800-A2BF2DE2D437}" type="parTrans" cxnId="{EA753FF7-957B-447C-8248-C2E280A5F354}">
      <dgm:prSet/>
      <dgm:spPr/>
      <dgm:t>
        <a:bodyPr/>
        <a:lstStyle/>
        <a:p>
          <a:endParaRPr lang="en-US"/>
        </a:p>
      </dgm:t>
    </dgm:pt>
    <dgm:pt modelId="{E1BD6895-2F8E-455F-B119-E4C683FF3632}" type="sibTrans" cxnId="{EA753FF7-957B-447C-8248-C2E280A5F354}">
      <dgm:prSet/>
      <dgm:spPr/>
      <dgm:t>
        <a:bodyPr/>
        <a:lstStyle/>
        <a:p>
          <a:endParaRPr lang="en-US"/>
        </a:p>
      </dgm:t>
    </dgm:pt>
    <dgm:pt modelId="{35A8CA81-662C-4F7A-BEAC-9DB29504F778}" type="pres">
      <dgm:prSet presAssocID="{129A7823-3843-4F72-A0D9-DF668897CAE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AB4A061-4233-4962-9FF6-88572351E8BA}" type="pres">
      <dgm:prSet presAssocID="{781A53D9-4E22-496F-BFDA-9E748C01BAB2}" presName="hierRoot1" presStyleCnt="0"/>
      <dgm:spPr/>
    </dgm:pt>
    <dgm:pt modelId="{D2BC0A35-76D9-40A7-A64F-A3B6037156CF}" type="pres">
      <dgm:prSet presAssocID="{781A53D9-4E22-496F-BFDA-9E748C01BAB2}" presName="composite" presStyleCnt="0"/>
      <dgm:spPr/>
    </dgm:pt>
    <dgm:pt modelId="{1EFF57BA-8861-43E2-B9A3-815C5002DFC8}" type="pres">
      <dgm:prSet presAssocID="{781A53D9-4E22-496F-BFDA-9E748C01BAB2}" presName="background" presStyleLbl="node0" presStyleIdx="0" presStyleCnt="3"/>
      <dgm:spPr/>
    </dgm:pt>
    <dgm:pt modelId="{EBD18889-90E8-469C-B191-64AD584F8BB0}" type="pres">
      <dgm:prSet presAssocID="{781A53D9-4E22-496F-BFDA-9E748C01BAB2}" presName="text" presStyleLbl="fgAcc0" presStyleIdx="0" presStyleCnt="3">
        <dgm:presLayoutVars>
          <dgm:chPref val="3"/>
        </dgm:presLayoutVars>
      </dgm:prSet>
      <dgm:spPr/>
    </dgm:pt>
    <dgm:pt modelId="{7533D6FC-1CC5-4D5D-83E4-156093FF4B5A}" type="pres">
      <dgm:prSet presAssocID="{781A53D9-4E22-496F-BFDA-9E748C01BAB2}" presName="hierChild2" presStyleCnt="0"/>
      <dgm:spPr/>
    </dgm:pt>
    <dgm:pt modelId="{812580FC-C9F6-4620-96CB-9C0FF106527B}" type="pres">
      <dgm:prSet presAssocID="{2975179C-38F7-4636-9E8F-6D7F2A57B777}" presName="hierRoot1" presStyleCnt="0"/>
      <dgm:spPr/>
    </dgm:pt>
    <dgm:pt modelId="{25814473-E624-44D4-A71D-5FDEBDC5069D}" type="pres">
      <dgm:prSet presAssocID="{2975179C-38F7-4636-9E8F-6D7F2A57B777}" presName="composite" presStyleCnt="0"/>
      <dgm:spPr/>
    </dgm:pt>
    <dgm:pt modelId="{06EB1B2B-433B-40E4-8649-3FB3C2C32425}" type="pres">
      <dgm:prSet presAssocID="{2975179C-38F7-4636-9E8F-6D7F2A57B777}" presName="background" presStyleLbl="node0" presStyleIdx="1" presStyleCnt="3"/>
      <dgm:spPr/>
    </dgm:pt>
    <dgm:pt modelId="{BD330146-06F2-46D6-8532-FFBD5E5665E1}" type="pres">
      <dgm:prSet presAssocID="{2975179C-38F7-4636-9E8F-6D7F2A57B777}" presName="text" presStyleLbl="fgAcc0" presStyleIdx="1" presStyleCnt="3">
        <dgm:presLayoutVars>
          <dgm:chPref val="3"/>
        </dgm:presLayoutVars>
      </dgm:prSet>
      <dgm:spPr/>
    </dgm:pt>
    <dgm:pt modelId="{AF80CA28-31BC-43DE-939D-CC6B2FBC27D0}" type="pres">
      <dgm:prSet presAssocID="{2975179C-38F7-4636-9E8F-6D7F2A57B777}" presName="hierChild2" presStyleCnt="0"/>
      <dgm:spPr/>
    </dgm:pt>
    <dgm:pt modelId="{F48B5629-92E3-42C0-86C8-24ECD61B5AD9}" type="pres">
      <dgm:prSet presAssocID="{E9FE7CD8-0EBF-45F7-AA08-4D68E99CA0F9}" presName="hierRoot1" presStyleCnt="0"/>
      <dgm:spPr/>
    </dgm:pt>
    <dgm:pt modelId="{5469ED21-4551-475D-8763-7C220254877B}" type="pres">
      <dgm:prSet presAssocID="{E9FE7CD8-0EBF-45F7-AA08-4D68E99CA0F9}" presName="composite" presStyleCnt="0"/>
      <dgm:spPr/>
    </dgm:pt>
    <dgm:pt modelId="{44A159B9-BDEF-4BF8-A5D0-BC8249400D2F}" type="pres">
      <dgm:prSet presAssocID="{E9FE7CD8-0EBF-45F7-AA08-4D68E99CA0F9}" presName="background" presStyleLbl="node0" presStyleIdx="2" presStyleCnt="3"/>
      <dgm:spPr/>
    </dgm:pt>
    <dgm:pt modelId="{EC968375-44D9-4D05-99FA-61DB6A68E6B1}" type="pres">
      <dgm:prSet presAssocID="{E9FE7CD8-0EBF-45F7-AA08-4D68E99CA0F9}" presName="text" presStyleLbl="fgAcc0" presStyleIdx="2" presStyleCnt="3">
        <dgm:presLayoutVars>
          <dgm:chPref val="3"/>
        </dgm:presLayoutVars>
      </dgm:prSet>
      <dgm:spPr/>
    </dgm:pt>
    <dgm:pt modelId="{D0800AC0-150E-4A56-B90D-CCF033E564AC}" type="pres">
      <dgm:prSet presAssocID="{E9FE7CD8-0EBF-45F7-AA08-4D68E99CA0F9}" presName="hierChild2" presStyleCnt="0"/>
      <dgm:spPr/>
    </dgm:pt>
  </dgm:ptLst>
  <dgm:cxnLst>
    <dgm:cxn modelId="{E6AD3909-BF12-45CD-A956-D9A6DD0F9754}" type="presOf" srcId="{2975179C-38F7-4636-9E8F-6D7F2A57B777}" destId="{BD330146-06F2-46D6-8532-FFBD5E5665E1}" srcOrd="0" destOrd="0" presId="urn:microsoft.com/office/officeart/2005/8/layout/hierarchy1"/>
    <dgm:cxn modelId="{2A4AEA6E-E69A-441E-B963-C58A43DD08AB}" srcId="{129A7823-3843-4F72-A0D9-DF668897CAE7}" destId="{2975179C-38F7-4636-9E8F-6D7F2A57B777}" srcOrd="1" destOrd="0" parTransId="{EB65AA4E-82CE-44F2-84DA-55FEB1DDE370}" sibTransId="{B7E714B7-2CA9-4A83-84DB-E41BD12113E3}"/>
    <dgm:cxn modelId="{261D267D-61CA-4ADF-A76C-B41E62F52E03}" type="presOf" srcId="{E9FE7CD8-0EBF-45F7-AA08-4D68E99CA0F9}" destId="{EC968375-44D9-4D05-99FA-61DB6A68E6B1}" srcOrd="0" destOrd="0" presId="urn:microsoft.com/office/officeart/2005/8/layout/hierarchy1"/>
    <dgm:cxn modelId="{D817A1AF-889C-4925-84F9-A4B7BC8C8340}" type="presOf" srcId="{129A7823-3843-4F72-A0D9-DF668897CAE7}" destId="{35A8CA81-662C-4F7A-BEAC-9DB29504F778}" srcOrd="0" destOrd="0" presId="urn:microsoft.com/office/officeart/2005/8/layout/hierarchy1"/>
    <dgm:cxn modelId="{C08D0EB0-5D91-4322-BD84-6FA343BBD77D}" srcId="{129A7823-3843-4F72-A0D9-DF668897CAE7}" destId="{781A53D9-4E22-496F-BFDA-9E748C01BAB2}" srcOrd="0" destOrd="0" parTransId="{83BE5721-7C7C-42A9-A8A2-9F093F0D70B5}" sibTransId="{AABC03FF-AFCF-478D-B073-9760B8F48AF5}"/>
    <dgm:cxn modelId="{EA753FF7-957B-447C-8248-C2E280A5F354}" srcId="{129A7823-3843-4F72-A0D9-DF668897CAE7}" destId="{E9FE7CD8-0EBF-45F7-AA08-4D68E99CA0F9}" srcOrd="2" destOrd="0" parTransId="{3DCC135C-078F-4808-A800-A2BF2DE2D437}" sibTransId="{E1BD6895-2F8E-455F-B119-E4C683FF3632}"/>
    <dgm:cxn modelId="{69C561FC-8253-40E4-B060-649E0F549011}" type="presOf" srcId="{781A53D9-4E22-496F-BFDA-9E748C01BAB2}" destId="{EBD18889-90E8-469C-B191-64AD584F8BB0}" srcOrd="0" destOrd="0" presId="urn:microsoft.com/office/officeart/2005/8/layout/hierarchy1"/>
    <dgm:cxn modelId="{AE554EE3-7032-4F4B-B730-075B517592DA}" type="presParOf" srcId="{35A8CA81-662C-4F7A-BEAC-9DB29504F778}" destId="{1AB4A061-4233-4962-9FF6-88572351E8BA}" srcOrd="0" destOrd="0" presId="urn:microsoft.com/office/officeart/2005/8/layout/hierarchy1"/>
    <dgm:cxn modelId="{3F534A4D-35B4-4BC6-B22E-A39D9E9EEA3D}" type="presParOf" srcId="{1AB4A061-4233-4962-9FF6-88572351E8BA}" destId="{D2BC0A35-76D9-40A7-A64F-A3B6037156CF}" srcOrd="0" destOrd="0" presId="urn:microsoft.com/office/officeart/2005/8/layout/hierarchy1"/>
    <dgm:cxn modelId="{E1E407C4-2BFD-4CE6-941A-FA5D3DF98A42}" type="presParOf" srcId="{D2BC0A35-76D9-40A7-A64F-A3B6037156CF}" destId="{1EFF57BA-8861-43E2-B9A3-815C5002DFC8}" srcOrd="0" destOrd="0" presId="urn:microsoft.com/office/officeart/2005/8/layout/hierarchy1"/>
    <dgm:cxn modelId="{9D8366B2-EB7A-44CC-812B-DEF903BE19EB}" type="presParOf" srcId="{D2BC0A35-76D9-40A7-A64F-A3B6037156CF}" destId="{EBD18889-90E8-469C-B191-64AD584F8BB0}" srcOrd="1" destOrd="0" presId="urn:microsoft.com/office/officeart/2005/8/layout/hierarchy1"/>
    <dgm:cxn modelId="{4D19C3F4-A69E-4F97-9EE7-65798291515E}" type="presParOf" srcId="{1AB4A061-4233-4962-9FF6-88572351E8BA}" destId="{7533D6FC-1CC5-4D5D-83E4-156093FF4B5A}" srcOrd="1" destOrd="0" presId="urn:microsoft.com/office/officeart/2005/8/layout/hierarchy1"/>
    <dgm:cxn modelId="{C878F2BF-794E-47EF-86FE-F2912319400A}" type="presParOf" srcId="{35A8CA81-662C-4F7A-BEAC-9DB29504F778}" destId="{812580FC-C9F6-4620-96CB-9C0FF106527B}" srcOrd="1" destOrd="0" presId="urn:microsoft.com/office/officeart/2005/8/layout/hierarchy1"/>
    <dgm:cxn modelId="{00E61EBB-6703-4828-9693-869C2FE7081F}" type="presParOf" srcId="{812580FC-C9F6-4620-96CB-9C0FF106527B}" destId="{25814473-E624-44D4-A71D-5FDEBDC5069D}" srcOrd="0" destOrd="0" presId="urn:microsoft.com/office/officeart/2005/8/layout/hierarchy1"/>
    <dgm:cxn modelId="{53E7A021-E8AC-4DDD-8803-7D8A43325B44}" type="presParOf" srcId="{25814473-E624-44D4-A71D-5FDEBDC5069D}" destId="{06EB1B2B-433B-40E4-8649-3FB3C2C32425}" srcOrd="0" destOrd="0" presId="urn:microsoft.com/office/officeart/2005/8/layout/hierarchy1"/>
    <dgm:cxn modelId="{372DAF2E-088E-42E7-BCF9-6AB6060C4AE5}" type="presParOf" srcId="{25814473-E624-44D4-A71D-5FDEBDC5069D}" destId="{BD330146-06F2-46D6-8532-FFBD5E5665E1}" srcOrd="1" destOrd="0" presId="urn:microsoft.com/office/officeart/2005/8/layout/hierarchy1"/>
    <dgm:cxn modelId="{735FB99F-7809-442E-B308-26FA0DFF0CEB}" type="presParOf" srcId="{812580FC-C9F6-4620-96CB-9C0FF106527B}" destId="{AF80CA28-31BC-43DE-939D-CC6B2FBC27D0}" srcOrd="1" destOrd="0" presId="urn:microsoft.com/office/officeart/2005/8/layout/hierarchy1"/>
    <dgm:cxn modelId="{916BDE7B-71CA-4B42-B4B0-E4043CFA1764}" type="presParOf" srcId="{35A8CA81-662C-4F7A-BEAC-9DB29504F778}" destId="{F48B5629-92E3-42C0-86C8-24ECD61B5AD9}" srcOrd="2" destOrd="0" presId="urn:microsoft.com/office/officeart/2005/8/layout/hierarchy1"/>
    <dgm:cxn modelId="{C9EFE29A-A6CF-4D81-ADEC-02FFF6D9AD6C}" type="presParOf" srcId="{F48B5629-92E3-42C0-86C8-24ECD61B5AD9}" destId="{5469ED21-4551-475D-8763-7C220254877B}" srcOrd="0" destOrd="0" presId="urn:microsoft.com/office/officeart/2005/8/layout/hierarchy1"/>
    <dgm:cxn modelId="{1722A0AE-5008-4AB1-A405-A0B055FCF56C}" type="presParOf" srcId="{5469ED21-4551-475D-8763-7C220254877B}" destId="{44A159B9-BDEF-4BF8-A5D0-BC8249400D2F}" srcOrd="0" destOrd="0" presId="urn:microsoft.com/office/officeart/2005/8/layout/hierarchy1"/>
    <dgm:cxn modelId="{CFF2F9AF-660F-4E22-9ED5-B646060A04DE}" type="presParOf" srcId="{5469ED21-4551-475D-8763-7C220254877B}" destId="{EC968375-44D9-4D05-99FA-61DB6A68E6B1}" srcOrd="1" destOrd="0" presId="urn:microsoft.com/office/officeart/2005/8/layout/hierarchy1"/>
    <dgm:cxn modelId="{95A691F4-B761-4C5F-8D2B-0B58EF8DE200}" type="presParOf" srcId="{F48B5629-92E3-42C0-86C8-24ECD61B5AD9}" destId="{D0800AC0-150E-4A56-B90D-CCF033E564A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03A51C-7492-4CC2-B1D8-A6BEEEC46A7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111E4B0-7BEB-4E02-8B67-9CD2E6AB56EA}">
      <dgm:prSet/>
      <dgm:spPr/>
      <dgm:t>
        <a:bodyPr/>
        <a:lstStyle/>
        <a:p>
          <a:r>
            <a:rPr lang="ru-RU" b="1" dirty="0"/>
            <a:t>Цель</a:t>
          </a:r>
          <a:r>
            <a:rPr lang="en-US" b="1" dirty="0"/>
            <a:t>: </a:t>
          </a:r>
          <a:r>
            <a:rPr lang="ru-RU" dirty="0"/>
            <a:t>повышение надёжности роботизированной ячейки за счёт предиктивного обслуживания</a:t>
          </a:r>
          <a:endParaRPr lang="en-US" dirty="0"/>
        </a:p>
      </dgm:t>
    </dgm:pt>
    <dgm:pt modelId="{F2CA0215-0DA0-48B6-9D69-0D6C2048200E}" type="parTrans" cxnId="{8ACDE748-0C95-4F71-A01D-8C194EE43DFF}">
      <dgm:prSet/>
      <dgm:spPr/>
      <dgm:t>
        <a:bodyPr/>
        <a:lstStyle/>
        <a:p>
          <a:endParaRPr lang="en-US"/>
        </a:p>
      </dgm:t>
    </dgm:pt>
    <dgm:pt modelId="{1DF26CFB-957E-442D-BDB2-8CC2DCBF7DDE}" type="sibTrans" cxnId="{8ACDE748-0C95-4F71-A01D-8C194EE43DFF}">
      <dgm:prSet/>
      <dgm:spPr/>
      <dgm:t>
        <a:bodyPr/>
        <a:lstStyle/>
        <a:p>
          <a:endParaRPr lang="en-US"/>
        </a:p>
      </dgm:t>
    </dgm:pt>
    <dgm:pt modelId="{9DF53DE7-2569-4D2E-862E-C2DDFD79E6A4}">
      <dgm:prSet/>
      <dgm:spPr/>
      <dgm:t>
        <a:bodyPr/>
        <a:lstStyle/>
        <a:p>
          <a:r>
            <a:rPr lang="ru-RU" b="1" dirty="0"/>
            <a:t>Задачи</a:t>
          </a:r>
          <a:r>
            <a:rPr lang="en-US" b="1" dirty="0"/>
            <a:t>:</a:t>
          </a:r>
          <a:endParaRPr lang="en-US" dirty="0"/>
        </a:p>
      </dgm:t>
    </dgm:pt>
    <dgm:pt modelId="{EBFAB15D-B09E-479D-9A8D-E17C42D9298B}" type="parTrans" cxnId="{815E94A6-EC12-4AA1-9E81-BF67BE559B6B}">
      <dgm:prSet/>
      <dgm:spPr/>
      <dgm:t>
        <a:bodyPr/>
        <a:lstStyle/>
        <a:p>
          <a:endParaRPr lang="en-US"/>
        </a:p>
      </dgm:t>
    </dgm:pt>
    <dgm:pt modelId="{7F2AC372-5289-46B3-93C6-396413C7297E}" type="sibTrans" cxnId="{815E94A6-EC12-4AA1-9E81-BF67BE559B6B}">
      <dgm:prSet/>
      <dgm:spPr/>
      <dgm:t>
        <a:bodyPr/>
        <a:lstStyle/>
        <a:p>
          <a:endParaRPr lang="en-US"/>
        </a:p>
      </dgm:t>
    </dgm:pt>
    <dgm:pt modelId="{65F39A90-40AB-4153-93C2-88DE343B18F8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lt1">
            <a:alpha val="90000"/>
          </a:schemeClr>
        </a:solidFill>
      </dgm:spPr>
      <dgm:t>
        <a:bodyPr/>
        <a:lstStyle/>
        <a:p>
          <a:r>
            <a:rPr lang="ru-RU" dirty="0"/>
            <a:t>Анализ производственного процесса паллетизации</a:t>
          </a:r>
          <a:endParaRPr lang="en-US" dirty="0"/>
        </a:p>
      </dgm:t>
    </dgm:pt>
    <dgm:pt modelId="{161E6760-F7D0-4037-A96F-3F740CF8839C}" type="parTrans" cxnId="{32003508-ACD2-45F3-856E-8F536FF6C32C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573898CF-2804-4CEF-A172-962560347480}" type="sibTrans" cxnId="{32003508-ACD2-45F3-856E-8F536FF6C32C}">
      <dgm:prSet/>
      <dgm:spPr/>
      <dgm:t>
        <a:bodyPr/>
        <a:lstStyle/>
        <a:p>
          <a:endParaRPr lang="en-US"/>
        </a:p>
      </dgm:t>
    </dgm:pt>
    <dgm:pt modelId="{72FA5C53-E572-41D6-A521-40031AF52693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lt1">
            <a:alpha val="90000"/>
          </a:schemeClr>
        </a:solidFill>
      </dgm:spPr>
      <dgm:t>
        <a:bodyPr/>
        <a:lstStyle/>
        <a:p>
          <a:r>
            <a:rPr lang="ru-RU" dirty="0"/>
            <a:t>Разработка алгоритма прогнозирования </a:t>
          </a:r>
          <a:endParaRPr lang="en-US" dirty="0"/>
        </a:p>
      </dgm:t>
    </dgm:pt>
    <dgm:pt modelId="{48B54504-10E3-4D26-B826-2E37C12E3669}" type="parTrans" cxnId="{B74B4015-7100-4301-9D59-663AD8001600}">
      <dgm:prSet/>
      <dgm:spPr/>
      <dgm:t>
        <a:bodyPr/>
        <a:lstStyle/>
        <a:p>
          <a:endParaRPr lang="en-US"/>
        </a:p>
      </dgm:t>
    </dgm:pt>
    <dgm:pt modelId="{43F8D60E-B06B-46E6-9C7F-FA0EEB311A62}" type="sibTrans" cxnId="{B74B4015-7100-4301-9D59-663AD8001600}">
      <dgm:prSet/>
      <dgm:spPr/>
      <dgm:t>
        <a:bodyPr/>
        <a:lstStyle/>
        <a:p>
          <a:endParaRPr lang="en-US"/>
        </a:p>
      </dgm:t>
    </dgm:pt>
    <dgm:pt modelId="{9308F733-CF92-4201-ACC2-FC93CA674651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lt1">
            <a:alpha val="90000"/>
          </a:schemeClr>
        </a:solidFill>
      </dgm:spPr>
      <dgm:t>
        <a:bodyPr/>
        <a:lstStyle/>
        <a:p>
          <a:r>
            <a:rPr lang="ru-RU" dirty="0"/>
            <a:t>Проектирование программно-аппаратного комплекса</a:t>
          </a:r>
          <a:endParaRPr lang="en-US" dirty="0"/>
        </a:p>
      </dgm:t>
    </dgm:pt>
    <dgm:pt modelId="{8017F9C7-E496-4A89-911B-70125A209D60}" type="parTrans" cxnId="{0EA4B14B-A78C-4435-891C-6F73AFB4F1D0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F2C49E01-0B86-4D5F-A813-EA0D6F26D919}" type="sibTrans" cxnId="{0EA4B14B-A78C-4435-891C-6F73AFB4F1D0}">
      <dgm:prSet/>
      <dgm:spPr/>
      <dgm:t>
        <a:bodyPr/>
        <a:lstStyle/>
        <a:p>
          <a:endParaRPr lang="en-US"/>
        </a:p>
      </dgm:t>
    </dgm:pt>
    <dgm:pt modelId="{8A473F3F-C21B-4978-93A5-4B5745FA218D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solidFill>
          <a:schemeClr val="lt1">
            <a:alpha val="90000"/>
          </a:schemeClr>
        </a:solidFill>
      </dgm:spPr>
      <dgm:t>
        <a:bodyPr/>
        <a:lstStyle/>
        <a:p>
          <a:r>
            <a:rPr lang="ru-RU" dirty="0"/>
            <a:t>Оценка надёжности и экономической эффективности</a:t>
          </a:r>
          <a:endParaRPr lang="en-US" dirty="0"/>
        </a:p>
      </dgm:t>
    </dgm:pt>
    <dgm:pt modelId="{7930BBD0-0621-41EA-96DB-FBB588AFD8B6}" type="parTrans" cxnId="{703A9889-6DA6-47D3-87FB-12FBD8BA65DD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EB21EF2C-D719-4ACD-9BAF-C7330B41E92F}" type="sibTrans" cxnId="{703A9889-6DA6-47D3-87FB-12FBD8BA65DD}">
      <dgm:prSet/>
      <dgm:spPr/>
      <dgm:t>
        <a:bodyPr/>
        <a:lstStyle/>
        <a:p>
          <a:endParaRPr lang="en-US"/>
        </a:p>
      </dgm:t>
    </dgm:pt>
    <dgm:pt modelId="{37E4189A-0557-4662-91D6-ADF22BAAB7E7}" type="pres">
      <dgm:prSet presAssocID="{CA03A51C-7492-4CC2-B1D8-A6BEEEC46A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80E7535-C43D-44CC-B50A-55D78E0910B1}" type="pres">
      <dgm:prSet presAssocID="{4111E4B0-7BEB-4E02-8B67-9CD2E6AB56EA}" presName="hierRoot1" presStyleCnt="0"/>
      <dgm:spPr/>
    </dgm:pt>
    <dgm:pt modelId="{CECCBFEA-E300-4745-82DF-A943ED010DA0}" type="pres">
      <dgm:prSet presAssocID="{4111E4B0-7BEB-4E02-8B67-9CD2E6AB56EA}" presName="composite" presStyleCnt="0"/>
      <dgm:spPr/>
    </dgm:pt>
    <dgm:pt modelId="{1C89F799-691B-4DD8-9F30-2E4FD901CFEC}" type="pres">
      <dgm:prSet presAssocID="{4111E4B0-7BEB-4E02-8B67-9CD2E6AB56EA}" presName="background" presStyleLbl="node0" presStyleIdx="0" presStyleCnt="2"/>
      <dgm:spPr/>
    </dgm:pt>
    <dgm:pt modelId="{B9185691-8D08-440C-8096-7569DD92B691}" type="pres">
      <dgm:prSet presAssocID="{4111E4B0-7BEB-4E02-8B67-9CD2E6AB56EA}" presName="text" presStyleLbl="fgAcc0" presStyleIdx="0" presStyleCnt="2">
        <dgm:presLayoutVars>
          <dgm:chPref val="3"/>
        </dgm:presLayoutVars>
      </dgm:prSet>
      <dgm:spPr/>
    </dgm:pt>
    <dgm:pt modelId="{E79A3F68-238F-44B7-AEED-3C4CEAA43681}" type="pres">
      <dgm:prSet presAssocID="{4111E4B0-7BEB-4E02-8B67-9CD2E6AB56EA}" presName="hierChild2" presStyleCnt="0"/>
      <dgm:spPr/>
    </dgm:pt>
    <dgm:pt modelId="{45CF3AE1-E739-4C4E-B449-55F62259CF7D}" type="pres">
      <dgm:prSet presAssocID="{9DF53DE7-2569-4D2E-862E-C2DDFD79E6A4}" presName="hierRoot1" presStyleCnt="0"/>
      <dgm:spPr/>
    </dgm:pt>
    <dgm:pt modelId="{54254A48-CB10-41D9-85EC-05C48091846F}" type="pres">
      <dgm:prSet presAssocID="{9DF53DE7-2569-4D2E-862E-C2DDFD79E6A4}" presName="composite" presStyleCnt="0"/>
      <dgm:spPr/>
    </dgm:pt>
    <dgm:pt modelId="{2F5AAD47-9BE9-4B40-9DBD-2143F7BEEFE6}" type="pres">
      <dgm:prSet presAssocID="{9DF53DE7-2569-4D2E-862E-C2DDFD79E6A4}" presName="background" presStyleLbl="node0" presStyleIdx="1" presStyleCnt="2"/>
      <dgm:spPr/>
    </dgm:pt>
    <dgm:pt modelId="{085C5C15-14E1-4EF2-BF67-CFFCF489A6D0}" type="pres">
      <dgm:prSet presAssocID="{9DF53DE7-2569-4D2E-862E-C2DDFD79E6A4}" presName="text" presStyleLbl="fgAcc0" presStyleIdx="1" presStyleCnt="2">
        <dgm:presLayoutVars>
          <dgm:chPref val="3"/>
        </dgm:presLayoutVars>
      </dgm:prSet>
      <dgm:spPr/>
    </dgm:pt>
    <dgm:pt modelId="{359C09AF-1508-41FB-8BE3-228CD9D14D7D}" type="pres">
      <dgm:prSet presAssocID="{9DF53DE7-2569-4D2E-862E-C2DDFD79E6A4}" presName="hierChild2" presStyleCnt="0"/>
      <dgm:spPr/>
    </dgm:pt>
    <dgm:pt modelId="{C77C818C-0D4B-4622-9F3E-69C9AEACC7B4}" type="pres">
      <dgm:prSet presAssocID="{161E6760-F7D0-4037-A96F-3F740CF8839C}" presName="Name10" presStyleLbl="parChTrans1D2" presStyleIdx="0" presStyleCnt="4"/>
      <dgm:spPr/>
    </dgm:pt>
    <dgm:pt modelId="{FE7E493C-85F0-4AF4-B462-9A7F3FC011E3}" type="pres">
      <dgm:prSet presAssocID="{65F39A90-40AB-4153-93C2-88DE343B18F8}" presName="hierRoot2" presStyleCnt="0"/>
      <dgm:spPr/>
    </dgm:pt>
    <dgm:pt modelId="{097AFF25-741B-4E8B-9210-A3A3D1C698D2}" type="pres">
      <dgm:prSet presAssocID="{65F39A90-40AB-4153-93C2-88DE343B18F8}" presName="composite2" presStyleCnt="0"/>
      <dgm:spPr/>
    </dgm:pt>
    <dgm:pt modelId="{512F87DF-C5B1-4946-894C-A01E6E2D9799}" type="pres">
      <dgm:prSet presAssocID="{65F39A90-40AB-4153-93C2-88DE343B18F8}" presName="background2" presStyleLbl="node2" presStyleIdx="0" presStyleCnt="4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</dgm:pt>
    <dgm:pt modelId="{7976FB51-E72E-4C04-8EA4-388586A017CE}" type="pres">
      <dgm:prSet presAssocID="{65F39A90-40AB-4153-93C2-88DE343B18F8}" presName="text2" presStyleLbl="fgAcc2" presStyleIdx="0" presStyleCnt="4">
        <dgm:presLayoutVars>
          <dgm:chPref val="3"/>
        </dgm:presLayoutVars>
      </dgm:prSet>
      <dgm:spPr/>
    </dgm:pt>
    <dgm:pt modelId="{48ABDD69-456E-411B-9428-ADCAC73948D7}" type="pres">
      <dgm:prSet presAssocID="{65F39A90-40AB-4153-93C2-88DE343B18F8}" presName="hierChild3" presStyleCnt="0"/>
      <dgm:spPr/>
    </dgm:pt>
    <dgm:pt modelId="{5925F7B9-1CFC-45A6-A159-A73900B9F874}" type="pres">
      <dgm:prSet presAssocID="{48B54504-10E3-4D26-B826-2E37C12E3669}" presName="Name10" presStyleLbl="parChTrans1D2" presStyleIdx="1" presStyleCnt="4"/>
      <dgm:spPr/>
    </dgm:pt>
    <dgm:pt modelId="{450DD203-2AB2-4462-A377-0A8CD154CBAA}" type="pres">
      <dgm:prSet presAssocID="{72FA5C53-E572-41D6-A521-40031AF52693}" presName="hierRoot2" presStyleCnt="0"/>
      <dgm:spPr/>
    </dgm:pt>
    <dgm:pt modelId="{48F31C73-F9CB-4050-9C6E-5F5799A66608}" type="pres">
      <dgm:prSet presAssocID="{72FA5C53-E572-41D6-A521-40031AF52693}" presName="composite2" presStyleCnt="0"/>
      <dgm:spPr/>
    </dgm:pt>
    <dgm:pt modelId="{66CD53C7-B8B7-40E9-857D-A296272B1056}" type="pres">
      <dgm:prSet presAssocID="{72FA5C53-E572-41D6-A521-40031AF52693}" presName="background2" presStyleLbl="node2" presStyleIdx="1" presStyleCnt="4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</dgm:pt>
    <dgm:pt modelId="{691442F0-692A-46A1-8A8C-5B79D4E3482A}" type="pres">
      <dgm:prSet presAssocID="{72FA5C53-E572-41D6-A521-40031AF52693}" presName="text2" presStyleLbl="fgAcc2" presStyleIdx="1" presStyleCnt="4">
        <dgm:presLayoutVars>
          <dgm:chPref val="3"/>
        </dgm:presLayoutVars>
      </dgm:prSet>
      <dgm:spPr/>
    </dgm:pt>
    <dgm:pt modelId="{96E40E8A-85CD-4ADD-93F2-089AA50CACE3}" type="pres">
      <dgm:prSet presAssocID="{72FA5C53-E572-41D6-A521-40031AF52693}" presName="hierChild3" presStyleCnt="0"/>
      <dgm:spPr/>
    </dgm:pt>
    <dgm:pt modelId="{1461CD85-435D-44EC-8E86-4482A34FAC22}" type="pres">
      <dgm:prSet presAssocID="{8017F9C7-E496-4A89-911B-70125A209D60}" presName="Name10" presStyleLbl="parChTrans1D2" presStyleIdx="2" presStyleCnt="4"/>
      <dgm:spPr/>
    </dgm:pt>
    <dgm:pt modelId="{D97E9490-410A-4F58-997B-1F59C221C394}" type="pres">
      <dgm:prSet presAssocID="{9308F733-CF92-4201-ACC2-FC93CA674651}" presName="hierRoot2" presStyleCnt="0"/>
      <dgm:spPr/>
    </dgm:pt>
    <dgm:pt modelId="{6C05FFBE-A811-446F-A4E6-6ED45919F9C7}" type="pres">
      <dgm:prSet presAssocID="{9308F733-CF92-4201-ACC2-FC93CA674651}" presName="composite2" presStyleCnt="0"/>
      <dgm:spPr/>
    </dgm:pt>
    <dgm:pt modelId="{26A79989-6DA2-464A-AA0F-1FFB3D9DC3CC}" type="pres">
      <dgm:prSet presAssocID="{9308F733-CF92-4201-ACC2-FC93CA674651}" presName="background2" presStyleLbl="node2" presStyleIdx="2" presStyleCnt="4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</dgm:pt>
    <dgm:pt modelId="{628ABD04-11DD-4A18-A006-42C290518BA7}" type="pres">
      <dgm:prSet presAssocID="{9308F733-CF92-4201-ACC2-FC93CA674651}" presName="text2" presStyleLbl="fgAcc2" presStyleIdx="2" presStyleCnt="4">
        <dgm:presLayoutVars>
          <dgm:chPref val="3"/>
        </dgm:presLayoutVars>
      </dgm:prSet>
      <dgm:spPr/>
    </dgm:pt>
    <dgm:pt modelId="{439E1193-3BEB-4293-B587-423CFABC3894}" type="pres">
      <dgm:prSet presAssocID="{9308F733-CF92-4201-ACC2-FC93CA674651}" presName="hierChild3" presStyleCnt="0"/>
      <dgm:spPr/>
    </dgm:pt>
    <dgm:pt modelId="{F503825E-B15F-415D-8BC8-F99C950E4793}" type="pres">
      <dgm:prSet presAssocID="{7930BBD0-0621-41EA-96DB-FBB588AFD8B6}" presName="Name10" presStyleLbl="parChTrans1D2" presStyleIdx="3" presStyleCnt="4"/>
      <dgm:spPr/>
    </dgm:pt>
    <dgm:pt modelId="{F6F719B7-758B-454A-92B3-2A836CB28957}" type="pres">
      <dgm:prSet presAssocID="{8A473F3F-C21B-4978-93A5-4B5745FA218D}" presName="hierRoot2" presStyleCnt="0"/>
      <dgm:spPr/>
    </dgm:pt>
    <dgm:pt modelId="{37D335E6-14AA-4FC7-89EC-2C76E4C57C89}" type="pres">
      <dgm:prSet presAssocID="{8A473F3F-C21B-4978-93A5-4B5745FA218D}" presName="composite2" presStyleCnt="0"/>
      <dgm:spPr/>
    </dgm:pt>
    <dgm:pt modelId="{606AF5D8-3E14-4D3C-8A12-4A560DB9F9D6}" type="pres">
      <dgm:prSet presAssocID="{8A473F3F-C21B-4978-93A5-4B5745FA218D}" presName="background2" presStyleLbl="node2" presStyleIdx="3" presStyleCnt="4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</dgm:pt>
    <dgm:pt modelId="{46CBD622-ED62-437C-B568-2DF6F95F2506}" type="pres">
      <dgm:prSet presAssocID="{8A473F3F-C21B-4978-93A5-4B5745FA218D}" presName="text2" presStyleLbl="fgAcc2" presStyleIdx="3" presStyleCnt="4">
        <dgm:presLayoutVars>
          <dgm:chPref val="3"/>
        </dgm:presLayoutVars>
      </dgm:prSet>
      <dgm:spPr/>
    </dgm:pt>
    <dgm:pt modelId="{4A398539-07F9-413E-AEBC-43F0288FD500}" type="pres">
      <dgm:prSet presAssocID="{8A473F3F-C21B-4978-93A5-4B5745FA218D}" presName="hierChild3" presStyleCnt="0"/>
      <dgm:spPr/>
    </dgm:pt>
  </dgm:ptLst>
  <dgm:cxnLst>
    <dgm:cxn modelId="{32003508-ACD2-45F3-856E-8F536FF6C32C}" srcId="{9DF53DE7-2569-4D2E-862E-C2DDFD79E6A4}" destId="{65F39A90-40AB-4153-93C2-88DE343B18F8}" srcOrd="0" destOrd="0" parTransId="{161E6760-F7D0-4037-A96F-3F740CF8839C}" sibTransId="{573898CF-2804-4CEF-A172-962560347480}"/>
    <dgm:cxn modelId="{C0BA8810-D13D-453C-B29F-B11B9954C23E}" type="presOf" srcId="{9DF53DE7-2569-4D2E-862E-C2DDFD79E6A4}" destId="{085C5C15-14E1-4EF2-BF67-CFFCF489A6D0}" srcOrd="0" destOrd="0" presId="urn:microsoft.com/office/officeart/2005/8/layout/hierarchy1"/>
    <dgm:cxn modelId="{094D5211-D38F-4034-B7D7-365DB098C45C}" type="presOf" srcId="{9308F733-CF92-4201-ACC2-FC93CA674651}" destId="{628ABD04-11DD-4A18-A006-42C290518BA7}" srcOrd="0" destOrd="0" presId="urn:microsoft.com/office/officeart/2005/8/layout/hierarchy1"/>
    <dgm:cxn modelId="{2CB5E313-5416-4E74-9B7D-6E7766B1E7AA}" type="presOf" srcId="{8A473F3F-C21B-4978-93A5-4B5745FA218D}" destId="{46CBD622-ED62-437C-B568-2DF6F95F2506}" srcOrd="0" destOrd="0" presId="urn:microsoft.com/office/officeart/2005/8/layout/hierarchy1"/>
    <dgm:cxn modelId="{B74B4015-7100-4301-9D59-663AD8001600}" srcId="{9DF53DE7-2569-4D2E-862E-C2DDFD79E6A4}" destId="{72FA5C53-E572-41D6-A521-40031AF52693}" srcOrd="1" destOrd="0" parTransId="{48B54504-10E3-4D26-B826-2E37C12E3669}" sibTransId="{43F8D60E-B06B-46E6-9C7F-FA0EEB311A62}"/>
    <dgm:cxn modelId="{CE7BBC23-05C5-4B16-98F0-D423031E657A}" type="presOf" srcId="{8017F9C7-E496-4A89-911B-70125A209D60}" destId="{1461CD85-435D-44EC-8E86-4482A34FAC22}" srcOrd="0" destOrd="0" presId="urn:microsoft.com/office/officeart/2005/8/layout/hierarchy1"/>
    <dgm:cxn modelId="{FEE8BD3D-88CB-4B34-9A16-B9C44BB1BE58}" type="presOf" srcId="{72FA5C53-E572-41D6-A521-40031AF52693}" destId="{691442F0-692A-46A1-8A8C-5B79D4E3482A}" srcOrd="0" destOrd="0" presId="urn:microsoft.com/office/officeart/2005/8/layout/hierarchy1"/>
    <dgm:cxn modelId="{8ACDE748-0C95-4F71-A01D-8C194EE43DFF}" srcId="{CA03A51C-7492-4CC2-B1D8-A6BEEEC46A73}" destId="{4111E4B0-7BEB-4E02-8B67-9CD2E6AB56EA}" srcOrd="0" destOrd="0" parTransId="{F2CA0215-0DA0-48B6-9D69-0D6C2048200E}" sibTransId="{1DF26CFB-957E-442D-BDB2-8CC2DCBF7DDE}"/>
    <dgm:cxn modelId="{0EA4B14B-A78C-4435-891C-6F73AFB4F1D0}" srcId="{9DF53DE7-2569-4D2E-862E-C2DDFD79E6A4}" destId="{9308F733-CF92-4201-ACC2-FC93CA674651}" srcOrd="2" destOrd="0" parTransId="{8017F9C7-E496-4A89-911B-70125A209D60}" sibTransId="{F2C49E01-0B86-4D5F-A813-EA0D6F26D919}"/>
    <dgm:cxn modelId="{B18BB65F-4AB9-4062-AB5D-E9019D9C9DBF}" type="presOf" srcId="{65F39A90-40AB-4153-93C2-88DE343B18F8}" destId="{7976FB51-E72E-4C04-8EA4-388586A017CE}" srcOrd="0" destOrd="0" presId="urn:microsoft.com/office/officeart/2005/8/layout/hierarchy1"/>
    <dgm:cxn modelId="{81D08B6D-8735-4362-9E6C-20B343E87BE6}" type="presOf" srcId="{4111E4B0-7BEB-4E02-8B67-9CD2E6AB56EA}" destId="{B9185691-8D08-440C-8096-7569DD92B691}" srcOrd="0" destOrd="0" presId="urn:microsoft.com/office/officeart/2005/8/layout/hierarchy1"/>
    <dgm:cxn modelId="{3B6A9F87-36CA-4713-A0EA-EDC0AA99E68B}" type="presOf" srcId="{161E6760-F7D0-4037-A96F-3F740CF8839C}" destId="{C77C818C-0D4B-4622-9F3E-69C9AEACC7B4}" srcOrd="0" destOrd="0" presId="urn:microsoft.com/office/officeart/2005/8/layout/hierarchy1"/>
    <dgm:cxn modelId="{703A9889-6DA6-47D3-87FB-12FBD8BA65DD}" srcId="{9DF53DE7-2569-4D2E-862E-C2DDFD79E6A4}" destId="{8A473F3F-C21B-4978-93A5-4B5745FA218D}" srcOrd="3" destOrd="0" parTransId="{7930BBD0-0621-41EA-96DB-FBB588AFD8B6}" sibTransId="{EB21EF2C-D719-4ACD-9BAF-C7330B41E92F}"/>
    <dgm:cxn modelId="{815E94A6-EC12-4AA1-9E81-BF67BE559B6B}" srcId="{CA03A51C-7492-4CC2-B1D8-A6BEEEC46A73}" destId="{9DF53DE7-2569-4D2E-862E-C2DDFD79E6A4}" srcOrd="1" destOrd="0" parTransId="{EBFAB15D-B09E-479D-9A8D-E17C42D9298B}" sibTransId="{7F2AC372-5289-46B3-93C6-396413C7297E}"/>
    <dgm:cxn modelId="{DDF76EBF-A642-441C-90BE-9DC45D6C261A}" type="presOf" srcId="{CA03A51C-7492-4CC2-B1D8-A6BEEEC46A73}" destId="{37E4189A-0557-4662-91D6-ADF22BAAB7E7}" srcOrd="0" destOrd="0" presId="urn:microsoft.com/office/officeart/2005/8/layout/hierarchy1"/>
    <dgm:cxn modelId="{AF530ED0-C8DC-4576-9A03-8F60DF6BFC5C}" type="presOf" srcId="{48B54504-10E3-4D26-B826-2E37C12E3669}" destId="{5925F7B9-1CFC-45A6-A159-A73900B9F874}" srcOrd="0" destOrd="0" presId="urn:microsoft.com/office/officeart/2005/8/layout/hierarchy1"/>
    <dgm:cxn modelId="{C250E2F8-3C74-4993-AF9A-9E70DFD7522E}" type="presOf" srcId="{7930BBD0-0621-41EA-96DB-FBB588AFD8B6}" destId="{F503825E-B15F-415D-8BC8-F99C950E4793}" srcOrd="0" destOrd="0" presId="urn:microsoft.com/office/officeart/2005/8/layout/hierarchy1"/>
    <dgm:cxn modelId="{D959CA52-148B-4FA5-807F-6F49DBECC13B}" type="presParOf" srcId="{37E4189A-0557-4662-91D6-ADF22BAAB7E7}" destId="{D80E7535-C43D-44CC-B50A-55D78E0910B1}" srcOrd="0" destOrd="0" presId="urn:microsoft.com/office/officeart/2005/8/layout/hierarchy1"/>
    <dgm:cxn modelId="{C9BBA3A6-BBD3-4C87-8448-D9EDE319D82C}" type="presParOf" srcId="{D80E7535-C43D-44CC-B50A-55D78E0910B1}" destId="{CECCBFEA-E300-4745-82DF-A943ED010DA0}" srcOrd="0" destOrd="0" presId="urn:microsoft.com/office/officeart/2005/8/layout/hierarchy1"/>
    <dgm:cxn modelId="{97EF6B0C-346D-4031-B484-53511AED6D08}" type="presParOf" srcId="{CECCBFEA-E300-4745-82DF-A943ED010DA0}" destId="{1C89F799-691B-4DD8-9F30-2E4FD901CFEC}" srcOrd="0" destOrd="0" presId="urn:microsoft.com/office/officeart/2005/8/layout/hierarchy1"/>
    <dgm:cxn modelId="{6B9908CE-5554-4275-AD2C-87A4E583F29A}" type="presParOf" srcId="{CECCBFEA-E300-4745-82DF-A943ED010DA0}" destId="{B9185691-8D08-440C-8096-7569DD92B691}" srcOrd="1" destOrd="0" presId="urn:microsoft.com/office/officeart/2005/8/layout/hierarchy1"/>
    <dgm:cxn modelId="{73543E09-92A0-4AA1-AD90-5C14ABD26CF7}" type="presParOf" srcId="{D80E7535-C43D-44CC-B50A-55D78E0910B1}" destId="{E79A3F68-238F-44B7-AEED-3C4CEAA43681}" srcOrd="1" destOrd="0" presId="urn:microsoft.com/office/officeart/2005/8/layout/hierarchy1"/>
    <dgm:cxn modelId="{90BB33B8-8D1F-45E0-8AC3-0B8CC52CD666}" type="presParOf" srcId="{37E4189A-0557-4662-91D6-ADF22BAAB7E7}" destId="{45CF3AE1-E739-4C4E-B449-55F62259CF7D}" srcOrd="1" destOrd="0" presId="urn:microsoft.com/office/officeart/2005/8/layout/hierarchy1"/>
    <dgm:cxn modelId="{738CBD2B-242F-4909-A43B-BD18895D3929}" type="presParOf" srcId="{45CF3AE1-E739-4C4E-B449-55F62259CF7D}" destId="{54254A48-CB10-41D9-85EC-05C48091846F}" srcOrd="0" destOrd="0" presId="urn:microsoft.com/office/officeart/2005/8/layout/hierarchy1"/>
    <dgm:cxn modelId="{BD8E7D43-19E8-414A-B801-EA44F9ED388E}" type="presParOf" srcId="{54254A48-CB10-41D9-85EC-05C48091846F}" destId="{2F5AAD47-9BE9-4B40-9DBD-2143F7BEEFE6}" srcOrd="0" destOrd="0" presId="urn:microsoft.com/office/officeart/2005/8/layout/hierarchy1"/>
    <dgm:cxn modelId="{BB4B0843-DAA5-466B-A3A0-0783FF3C6A01}" type="presParOf" srcId="{54254A48-CB10-41D9-85EC-05C48091846F}" destId="{085C5C15-14E1-4EF2-BF67-CFFCF489A6D0}" srcOrd="1" destOrd="0" presId="urn:microsoft.com/office/officeart/2005/8/layout/hierarchy1"/>
    <dgm:cxn modelId="{EEB5DFEB-367F-4B8A-BE63-2328A0565BEE}" type="presParOf" srcId="{45CF3AE1-E739-4C4E-B449-55F62259CF7D}" destId="{359C09AF-1508-41FB-8BE3-228CD9D14D7D}" srcOrd="1" destOrd="0" presId="urn:microsoft.com/office/officeart/2005/8/layout/hierarchy1"/>
    <dgm:cxn modelId="{72666D79-89F4-4EDF-8789-B8EB68D2E6C2}" type="presParOf" srcId="{359C09AF-1508-41FB-8BE3-228CD9D14D7D}" destId="{C77C818C-0D4B-4622-9F3E-69C9AEACC7B4}" srcOrd="0" destOrd="0" presId="urn:microsoft.com/office/officeart/2005/8/layout/hierarchy1"/>
    <dgm:cxn modelId="{EF7EE362-3F1A-4AE0-BDC3-0AEA1AC1C5F1}" type="presParOf" srcId="{359C09AF-1508-41FB-8BE3-228CD9D14D7D}" destId="{FE7E493C-85F0-4AF4-B462-9A7F3FC011E3}" srcOrd="1" destOrd="0" presId="urn:microsoft.com/office/officeart/2005/8/layout/hierarchy1"/>
    <dgm:cxn modelId="{4BA85819-5439-4351-A7D8-F42D7BBDCED5}" type="presParOf" srcId="{FE7E493C-85F0-4AF4-B462-9A7F3FC011E3}" destId="{097AFF25-741B-4E8B-9210-A3A3D1C698D2}" srcOrd="0" destOrd="0" presId="urn:microsoft.com/office/officeart/2005/8/layout/hierarchy1"/>
    <dgm:cxn modelId="{5DE9A4C7-4381-4792-8CEA-17DB77370A33}" type="presParOf" srcId="{097AFF25-741B-4E8B-9210-A3A3D1C698D2}" destId="{512F87DF-C5B1-4946-894C-A01E6E2D9799}" srcOrd="0" destOrd="0" presId="urn:microsoft.com/office/officeart/2005/8/layout/hierarchy1"/>
    <dgm:cxn modelId="{7C37FDE7-0BE5-43C0-900D-E37630D40D4C}" type="presParOf" srcId="{097AFF25-741B-4E8B-9210-A3A3D1C698D2}" destId="{7976FB51-E72E-4C04-8EA4-388586A017CE}" srcOrd="1" destOrd="0" presId="urn:microsoft.com/office/officeart/2005/8/layout/hierarchy1"/>
    <dgm:cxn modelId="{B04E7476-48D6-4479-A16E-BA5CE354E754}" type="presParOf" srcId="{FE7E493C-85F0-4AF4-B462-9A7F3FC011E3}" destId="{48ABDD69-456E-411B-9428-ADCAC73948D7}" srcOrd="1" destOrd="0" presId="urn:microsoft.com/office/officeart/2005/8/layout/hierarchy1"/>
    <dgm:cxn modelId="{05C7CEE0-D836-4833-B220-9D1538954F69}" type="presParOf" srcId="{359C09AF-1508-41FB-8BE3-228CD9D14D7D}" destId="{5925F7B9-1CFC-45A6-A159-A73900B9F874}" srcOrd="2" destOrd="0" presId="urn:microsoft.com/office/officeart/2005/8/layout/hierarchy1"/>
    <dgm:cxn modelId="{6775F1E9-6E95-45D1-9134-3C0C0EA8A2C7}" type="presParOf" srcId="{359C09AF-1508-41FB-8BE3-228CD9D14D7D}" destId="{450DD203-2AB2-4462-A377-0A8CD154CBAA}" srcOrd="3" destOrd="0" presId="urn:microsoft.com/office/officeart/2005/8/layout/hierarchy1"/>
    <dgm:cxn modelId="{329EF394-C3B2-4EB8-8942-AE7BCC8D98DF}" type="presParOf" srcId="{450DD203-2AB2-4462-A377-0A8CD154CBAA}" destId="{48F31C73-F9CB-4050-9C6E-5F5799A66608}" srcOrd="0" destOrd="0" presId="urn:microsoft.com/office/officeart/2005/8/layout/hierarchy1"/>
    <dgm:cxn modelId="{A4617552-92B9-4E22-9E7E-1B9E36F7D651}" type="presParOf" srcId="{48F31C73-F9CB-4050-9C6E-5F5799A66608}" destId="{66CD53C7-B8B7-40E9-857D-A296272B1056}" srcOrd="0" destOrd="0" presId="urn:microsoft.com/office/officeart/2005/8/layout/hierarchy1"/>
    <dgm:cxn modelId="{46163E2D-46A6-4470-8D65-44B849EAF6D4}" type="presParOf" srcId="{48F31C73-F9CB-4050-9C6E-5F5799A66608}" destId="{691442F0-692A-46A1-8A8C-5B79D4E3482A}" srcOrd="1" destOrd="0" presId="urn:microsoft.com/office/officeart/2005/8/layout/hierarchy1"/>
    <dgm:cxn modelId="{2FF021D6-CC6F-4B9F-A43F-E716F5C5D59F}" type="presParOf" srcId="{450DD203-2AB2-4462-A377-0A8CD154CBAA}" destId="{96E40E8A-85CD-4ADD-93F2-089AA50CACE3}" srcOrd="1" destOrd="0" presId="urn:microsoft.com/office/officeart/2005/8/layout/hierarchy1"/>
    <dgm:cxn modelId="{DD2E345A-D77A-410F-B3CD-8B3F0834B66B}" type="presParOf" srcId="{359C09AF-1508-41FB-8BE3-228CD9D14D7D}" destId="{1461CD85-435D-44EC-8E86-4482A34FAC22}" srcOrd="4" destOrd="0" presId="urn:microsoft.com/office/officeart/2005/8/layout/hierarchy1"/>
    <dgm:cxn modelId="{4BA02B8A-6A87-4275-B6CF-4BEE0F6F0D8E}" type="presParOf" srcId="{359C09AF-1508-41FB-8BE3-228CD9D14D7D}" destId="{D97E9490-410A-4F58-997B-1F59C221C394}" srcOrd="5" destOrd="0" presId="urn:microsoft.com/office/officeart/2005/8/layout/hierarchy1"/>
    <dgm:cxn modelId="{96B4BF81-BEA0-465D-94B4-451D7E46389B}" type="presParOf" srcId="{D97E9490-410A-4F58-997B-1F59C221C394}" destId="{6C05FFBE-A811-446F-A4E6-6ED45919F9C7}" srcOrd="0" destOrd="0" presId="urn:microsoft.com/office/officeart/2005/8/layout/hierarchy1"/>
    <dgm:cxn modelId="{17C0BC35-3277-48BE-AD63-395EB4349449}" type="presParOf" srcId="{6C05FFBE-A811-446F-A4E6-6ED45919F9C7}" destId="{26A79989-6DA2-464A-AA0F-1FFB3D9DC3CC}" srcOrd="0" destOrd="0" presId="urn:microsoft.com/office/officeart/2005/8/layout/hierarchy1"/>
    <dgm:cxn modelId="{D05C14F0-2E35-4173-8449-5BFFBC036669}" type="presParOf" srcId="{6C05FFBE-A811-446F-A4E6-6ED45919F9C7}" destId="{628ABD04-11DD-4A18-A006-42C290518BA7}" srcOrd="1" destOrd="0" presId="urn:microsoft.com/office/officeart/2005/8/layout/hierarchy1"/>
    <dgm:cxn modelId="{4746BEE4-B1B5-490E-A44E-539DD099F49E}" type="presParOf" srcId="{D97E9490-410A-4F58-997B-1F59C221C394}" destId="{439E1193-3BEB-4293-B587-423CFABC3894}" srcOrd="1" destOrd="0" presId="urn:microsoft.com/office/officeart/2005/8/layout/hierarchy1"/>
    <dgm:cxn modelId="{C9D71C9F-A7AA-4774-8BBB-9D86953178D5}" type="presParOf" srcId="{359C09AF-1508-41FB-8BE3-228CD9D14D7D}" destId="{F503825E-B15F-415D-8BC8-F99C950E4793}" srcOrd="6" destOrd="0" presId="urn:microsoft.com/office/officeart/2005/8/layout/hierarchy1"/>
    <dgm:cxn modelId="{E7412BE2-D35C-45B4-AB39-08D6706B682D}" type="presParOf" srcId="{359C09AF-1508-41FB-8BE3-228CD9D14D7D}" destId="{F6F719B7-758B-454A-92B3-2A836CB28957}" srcOrd="7" destOrd="0" presId="urn:microsoft.com/office/officeart/2005/8/layout/hierarchy1"/>
    <dgm:cxn modelId="{E2CD7D65-0F71-4CA4-9D4F-6B1A6BFABD25}" type="presParOf" srcId="{F6F719B7-758B-454A-92B3-2A836CB28957}" destId="{37D335E6-14AA-4FC7-89EC-2C76E4C57C89}" srcOrd="0" destOrd="0" presId="urn:microsoft.com/office/officeart/2005/8/layout/hierarchy1"/>
    <dgm:cxn modelId="{C22FA4E2-CBBB-4A94-8D64-438AAE04BEF3}" type="presParOf" srcId="{37D335E6-14AA-4FC7-89EC-2C76E4C57C89}" destId="{606AF5D8-3E14-4D3C-8A12-4A560DB9F9D6}" srcOrd="0" destOrd="0" presId="urn:microsoft.com/office/officeart/2005/8/layout/hierarchy1"/>
    <dgm:cxn modelId="{D834F696-0244-4847-BDF3-C36E52F23F00}" type="presParOf" srcId="{37D335E6-14AA-4FC7-89EC-2C76E4C57C89}" destId="{46CBD622-ED62-437C-B568-2DF6F95F2506}" srcOrd="1" destOrd="0" presId="urn:microsoft.com/office/officeart/2005/8/layout/hierarchy1"/>
    <dgm:cxn modelId="{6F4EF4E5-FF07-4DB5-9D74-B84AFD240916}" type="presParOf" srcId="{F6F719B7-758B-454A-92B3-2A836CB28957}" destId="{4A398539-07F9-413E-AEBC-43F0288FD5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A5A18D-CAAE-40E9-A227-C027301DFA5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1AB157-079A-4AE9-AC2E-E0900A098EA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Узлы робота-паллетизатора ABB IRB660-180/3.15</a:t>
          </a:r>
        </a:p>
      </dgm:t>
    </dgm:pt>
    <dgm:pt modelId="{6D32F3C7-E6B0-4CBD-B27E-53A60E49D3B9}" type="parTrans" cxnId="{31D75CCE-9C3B-4177-B3C2-8B952133623A}">
      <dgm:prSet/>
      <dgm:spPr/>
      <dgm:t>
        <a:bodyPr/>
        <a:lstStyle/>
        <a:p>
          <a:endParaRPr lang="en-US"/>
        </a:p>
      </dgm:t>
    </dgm:pt>
    <dgm:pt modelId="{533EF20D-CC6E-42C3-8648-AC6EC146B4C1}" type="sibTrans" cxnId="{31D75CCE-9C3B-4177-B3C2-8B952133623A}">
      <dgm:prSet/>
      <dgm:spPr/>
      <dgm:t>
        <a:bodyPr/>
        <a:lstStyle/>
        <a:p>
          <a:endParaRPr lang="en-US"/>
        </a:p>
      </dgm:t>
    </dgm:pt>
    <dgm:pt modelId="{3C98D187-AD04-46E5-B106-21826ABD94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Процесс паллетизации бутылок весом 63кг</a:t>
          </a:r>
        </a:p>
      </dgm:t>
    </dgm:pt>
    <dgm:pt modelId="{EC64D51E-4A2D-4E34-93C0-763E797F7C97}" type="parTrans" cxnId="{D3A74776-D519-4DFF-8CB7-CC3F92DACA03}">
      <dgm:prSet/>
      <dgm:spPr/>
      <dgm:t>
        <a:bodyPr/>
        <a:lstStyle/>
        <a:p>
          <a:endParaRPr lang="en-US"/>
        </a:p>
      </dgm:t>
    </dgm:pt>
    <dgm:pt modelId="{DF35316D-8F78-4C36-9A3C-346BBD433742}" type="sibTrans" cxnId="{D3A74776-D519-4DFF-8CB7-CC3F92DACA03}">
      <dgm:prSet/>
      <dgm:spPr/>
      <dgm:t>
        <a:bodyPr/>
        <a:lstStyle/>
        <a:p>
          <a:endParaRPr lang="en-US"/>
        </a:p>
      </dgm:t>
    </dgm:pt>
    <dgm:pt modelId="{474F64F7-658D-4E47-934E-8E572930A855}" type="pres">
      <dgm:prSet presAssocID="{49A5A18D-CAAE-40E9-A227-C027301DFA5D}" presName="root" presStyleCnt="0">
        <dgm:presLayoutVars>
          <dgm:dir/>
          <dgm:resizeHandles val="exact"/>
        </dgm:presLayoutVars>
      </dgm:prSet>
      <dgm:spPr/>
    </dgm:pt>
    <dgm:pt modelId="{E82BB33D-ADF1-496A-9E5F-831B08E66B00}" type="pres">
      <dgm:prSet presAssocID="{3B1AB157-079A-4AE9-AC2E-E0900A098EA9}" presName="compNode" presStyleCnt="0"/>
      <dgm:spPr/>
    </dgm:pt>
    <dgm:pt modelId="{FDEF4BC9-FA08-4C7A-965E-2191705BAFE5}" type="pres">
      <dgm:prSet presAssocID="{3B1AB157-079A-4AE9-AC2E-E0900A098EA9}" presName="iconBgRect" presStyleLbl="bgShp" presStyleIdx="0" presStyleCnt="2"/>
      <dgm:spPr/>
    </dgm:pt>
    <dgm:pt modelId="{3AF995BE-9845-40E0-86B0-6AA023B6FADB}" type="pres">
      <dgm:prSet presAssocID="{3B1AB157-079A-4AE9-AC2E-E0900A098E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Механическая рука со сплошной заливкой"/>
        </a:ext>
      </dgm:extLst>
    </dgm:pt>
    <dgm:pt modelId="{63206987-5EB3-4C43-B57D-C30A39BBB795}" type="pres">
      <dgm:prSet presAssocID="{3B1AB157-079A-4AE9-AC2E-E0900A098EA9}" presName="spaceRect" presStyleCnt="0"/>
      <dgm:spPr/>
    </dgm:pt>
    <dgm:pt modelId="{FCC03D22-04A9-4D95-A258-D6470C6051A7}" type="pres">
      <dgm:prSet presAssocID="{3B1AB157-079A-4AE9-AC2E-E0900A098EA9}" presName="textRect" presStyleLbl="revTx" presStyleIdx="0" presStyleCnt="2">
        <dgm:presLayoutVars>
          <dgm:chMax val="1"/>
          <dgm:chPref val="1"/>
        </dgm:presLayoutVars>
      </dgm:prSet>
      <dgm:spPr/>
    </dgm:pt>
    <dgm:pt modelId="{65E41962-EABE-4250-9E5E-37DA2265217C}" type="pres">
      <dgm:prSet presAssocID="{533EF20D-CC6E-42C3-8648-AC6EC146B4C1}" presName="sibTrans" presStyleCnt="0"/>
      <dgm:spPr/>
    </dgm:pt>
    <dgm:pt modelId="{64058C40-D6AD-4910-8F4E-4D4C605E6941}" type="pres">
      <dgm:prSet presAssocID="{3C98D187-AD04-46E5-B106-21826ABD9438}" presName="compNode" presStyleCnt="0"/>
      <dgm:spPr/>
    </dgm:pt>
    <dgm:pt modelId="{A8147017-B698-4883-B9A4-5482CF8C137E}" type="pres">
      <dgm:prSet presAssocID="{3C98D187-AD04-46E5-B106-21826ABD9438}" presName="iconBgRect" presStyleLbl="bgShp" presStyleIdx="1" presStyleCnt="2"/>
      <dgm:spPr/>
    </dgm:pt>
    <dgm:pt modelId="{DDEA71E3-8AB0-4D22-AB7C-5DA5A2A21E0A}" type="pres">
      <dgm:prSet presAssocID="{3C98D187-AD04-46E5-B106-21826ABD94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Бутылка"/>
        </a:ext>
      </dgm:extLst>
    </dgm:pt>
    <dgm:pt modelId="{E7445F26-BDDE-441E-940A-984F9B9D1413}" type="pres">
      <dgm:prSet presAssocID="{3C98D187-AD04-46E5-B106-21826ABD9438}" presName="spaceRect" presStyleCnt="0"/>
      <dgm:spPr/>
    </dgm:pt>
    <dgm:pt modelId="{EBF9234B-F283-41BA-A49D-FA3D5CF58D41}" type="pres">
      <dgm:prSet presAssocID="{3C98D187-AD04-46E5-B106-21826ABD943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3A74776-D519-4DFF-8CB7-CC3F92DACA03}" srcId="{49A5A18D-CAAE-40E9-A227-C027301DFA5D}" destId="{3C98D187-AD04-46E5-B106-21826ABD9438}" srcOrd="1" destOrd="0" parTransId="{EC64D51E-4A2D-4E34-93C0-763E797F7C97}" sibTransId="{DF35316D-8F78-4C36-9A3C-346BBD433742}"/>
    <dgm:cxn modelId="{978D7176-45BA-426A-942C-7FEAB2A13563}" type="presOf" srcId="{49A5A18D-CAAE-40E9-A227-C027301DFA5D}" destId="{474F64F7-658D-4E47-934E-8E572930A855}" srcOrd="0" destOrd="0" presId="urn:microsoft.com/office/officeart/2018/5/layout/IconCircleLabelList"/>
    <dgm:cxn modelId="{CCE27E92-66CA-4C07-A2DD-B51C1514F48B}" type="presOf" srcId="{3B1AB157-079A-4AE9-AC2E-E0900A098EA9}" destId="{FCC03D22-04A9-4D95-A258-D6470C6051A7}" srcOrd="0" destOrd="0" presId="urn:microsoft.com/office/officeart/2018/5/layout/IconCircleLabelList"/>
    <dgm:cxn modelId="{0038CCC9-0328-4B39-A4B1-C2A91BA6ECFE}" type="presOf" srcId="{3C98D187-AD04-46E5-B106-21826ABD9438}" destId="{EBF9234B-F283-41BA-A49D-FA3D5CF58D41}" srcOrd="0" destOrd="0" presId="urn:microsoft.com/office/officeart/2018/5/layout/IconCircleLabelList"/>
    <dgm:cxn modelId="{31D75CCE-9C3B-4177-B3C2-8B952133623A}" srcId="{49A5A18D-CAAE-40E9-A227-C027301DFA5D}" destId="{3B1AB157-079A-4AE9-AC2E-E0900A098EA9}" srcOrd="0" destOrd="0" parTransId="{6D32F3C7-E6B0-4CBD-B27E-53A60E49D3B9}" sibTransId="{533EF20D-CC6E-42C3-8648-AC6EC146B4C1}"/>
    <dgm:cxn modelId="{C36DCD80-FEF5-4EBA-A41C-F9813B14A083}" type="presParOf" srcId="{474F64F7-658D-4E47-934E-8E572930A855}" destId="{E82BB33D-ADF1-496A-9E5F-831B08E66B00}" srcOrd="0" destOrd="0" presId="urn:microsoft.com/office/officeart/2018/5/layout/IconCircleLabelList"/>
    <dgm:cxn modelId="{2382B8DE-9361-45F5-B0C8-9C86A7706298}" type="presParOf" srcId="{E82BB33D-ADF1-496A-9E5F-831B08E66B00}" destId="{FDEF4BC9-FA08-4C7A-965E-2191705BAFE5}" srcOrd="0" destOrd="0" presId="urn:microsoft.com/office/officeart/2018/5/layout/IconCircleLabelList"/>
    <dgm:cxn modelId="{44D88394-87FB-47C4-8D14-5DF3D51707EC}" type="presParOf" srcId="{E82BB33D-ADF1-496A-9E5F-831B08E66B00}" destId="{3AF995BE-9845-40E0-86B0-6AA023B6FADB}" srcOrd="1" destOrd="0" presId="urn:microsoft.com/office/officeart/2018/5/layout/IconCircleLabelList"/>
    <dgm:cxn modelId="{FB1F6C03-E2DD-4184-9A3D-E146369BF871}" type="presParOf" srcId="{E82BB33D-ADF1-496A-9E5F-831B08E66B00}" destId="{63206987-5EB3-4C43-B57D-C30A39BBB795}" srcOrd="2" destOrd="0" presId="urn:microsoft.com/office/officeart/2018/5/layout/IconCircleLabelList"/>
    <dgm:cxn modelId="{FCFD7657-6D74-410B-9DCF-2181C66156CA}" type="presParOf" srcId="{E82BB33D-ADF1-496A-9E5F-831B08E66B00}" destId="{FCC03D22-04A9-4D95-A258-D6470C6051A7}" srcOrd="3" destOrd="0" presId="urn:microsoft.com/office/officeart/2018/5/layout/IconCircleLabelList"/>
    <dgm:cxn modelId="{A7E3A3E1-8296-4E46-A275-701428842CA3}" type="presParOf" srcId="{474F64F7-658D-4E47-934E-8E572930A855}" destId="{65E41962-EABE-4250-9E5E-37DA2265217C}" srcOrd="1" destOrd="0" presId="urn:microsoft.com/office/officeart/2018/5/layout/IconCircleLabelList"/>
    <dgm:cxn modelId="{D1D9846D-78B0-4BCF-AB5E-0565D61DB7C4}" type="presParOf" srcId="{474F64F7-658D-4E47-934E-8E572930A855}" destId="{64058C40-D6AD-4910-8F4E-4D4C605E6941}" srcOrd="2" destOrd="0" presId="urn:microsoft.com/office/officeart/2018/5/layout/IconCircleLabelList"/>
    <dgm:cxn modelId="{D1A1E955-124E-40BE-838C-AB82EA2A7521}" type="presParOf" srcId="{64058C40-D6AD-4910-8F4E-4D4C605E6941}" destId="{A8147017-B698-4883-B9A4-5482CF8C137E}" srcOrd="0" destOrd="0" presId="urn:microsoft.com/office/officeart/2018/5/layout/IconCircleLabelList"/>
    <dgm:cxn modelId="{F5F57454-3888-47E9-93B0-1FA8AFB11542}" type="presParOf" srcId="{64058C40-D6AD-4910-8F4E-4D4C605E6941}" destId="{DDEA71E3-8AB0-4D22-AB7C-5DA5A2A21E0A}" srcOrd="1" destOrd="0" presId="urn:microsoft.com/office/officeart/2018/5/layout/IconCircleLabelList"/>
    <dgm:cxn modelId="{5E797865-0F33-468A-BFBC-6BA117880820}" type="presParOf" srcId="{64058C40-D6AD-4910-8F4E-4D4C605E6941}" destId="{E7445F26-BDDE-441E-940A-984F9B9D1413}" srcOrd="2" destOrd="0" presId="urn:microsoft.com/office/officeart/2018/5/layout/IconCircleLabelList"/>
    <dgm:cxn modelId="{3493A6D6-F744-4712-93F7-18301B27EF0C}" type="presParOf" srcId="{64058C40-D6AD-4910-8F4E-4D4C605E6941}" destId="{EBF9234B-F283-41BA-A49D-FA3D5CF58D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3E8794-A2F3-49F9-B5F5-A420ED81FDA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245D67-ABA8-4D39-AB2A-FA7BCCF200CE}">
      <dgm:prSet/>
      <dgm:spPr/>
      <dgm:t>
        <a:bodyPr/>
        <a:lstStyle/>
        <a:p>
          <a:r>
            <a:rPr lang="ru-RU" dirty="0"/>
            <a:t>Непрерывный сбор данных</a:t>
          </a:r>
          <a:endParaRPr lang="en-US" dirty="0"/>
        </a:p>
      </dgm:t>
    </dgm:pt>
    <dgm:pt modelId="{8998EC0C-3682-4B29-84F4-E07426028F23}" type="parTrans" cxnId="{D34AD98A-CF6E-4578-9A13-C917790BBDD6}">
      <dgm:prSet/>
      <dgm:spPr/>
      <dgm:t>
        <a:bodyPr/>
        <a:lstStyle/>
        <a:p>
          <a:endParaRPr lang="en-US"/>
        </a:p>
      </dgm:t>
    </dgm:pt>
    <dgm:pt modelId="{4634C0D3-E68F-41F2-929E-C75EC4485A02}" type="sibTrans" cxnId="{D34AD98A-CF6E-4578-9A13-C917790BBDD6}">
      <dgm:prSet/>
      <dgm:spPr/>
      <dgm:t>
        <a:bodyPr/>
        <a:lstStyle/>
        <a:p>
          <a:endParaRPr lang="en-US"/>
        </a:p>
      </dgm:t>
    </dgm:pt>
    <dgm:pt modelId="{400EE221-BDD7-4A52-A6F3-155B32DF99A2}">
      <dgm:prSet/>
      <dgm:spPr/>
      <dgm:t>
        <a:bodyPr/>
        <a:lstStyle/>
        <a:p>
          <a:r>
            <a:rPr lang="ru-RU" dirty="0"/>
            <a:t>Оценка деградации узлов</a:t>
          </a:r>
          <a:endParaRPr lang="en-US" dirty="0"/>
        </a:p>
      </dgm:t>
    </dgm:pt>
    <dgm:pt modelId="{3A486D69-B048-429E-8619-BD584F2DB2CD}" type="parTrans" cxnId="{28415AEE-B3E6-4863-A24F-6CE7EC493FE0}">
      <dgm:prSet/>
      <dgm:spPr/>
      <dgm:t>
        <a:bodyPr/>
        <a:lstStyle/>
        <a:p>
          <a:endParaRPr lang="en-US"/>
        </a:p>
      </dgm:t>
    </dgm:pt>
    <dgm:pt modelId="{5A52D835-86A6-4445-9775-8C4209E30321}" type="sibTrans" cxnId="{28415AEE-B3E6-4863-A24F-6CE7EC493FE0}">
      <dgm:prSet/>
      <dgm:spPr/>
      <dgm:t>
        <a:bodyPr/>
        <a:lstStyle/>
        <a:p>
          <a:endParaRPr lang="en-US"/>
        </a:p>
      </dgm:t>
    </dgm:pt>
    <dgm:pt modelId="{5C8EB715-EB73-40EB-B8AC-4FD8FDB2C893}">
      <dgm:prSet/>
      <dgm:spPr/>
      <dgm:t>
        <a:bodyPr/>
        <a:lstStyle/>
        <a:p>
          <a:r>
            <a:rPr lang="ru-RU" dirty="0"/>
            <a:t>Прогноз остаточного ресурса</a:t>
          </a:r>
          <a:endParaRPr lang="en-US" dirty="0"/>
        </a:p>
      </dgm:t>
    </dgm:pt>
    <dgm:pt modelId="{87214C89-ABA3-4153-8514-B6170D07C6D4}" type="parTrans" cxnId="{19A8E0CA-4F0B-4BB5-BFCD-FDF4D358D075}">
      <dgm:prSet/>
      <dgm:spPr/>
      <dgm:t>
        <a:bodyPr/>
        <a:lstStyle/>
        <a:p>
          <a:endParaRPr lang="en-US"/>
        </a:p>
      </dgm:t>
    </dgm:pt>
    <dgm:pt modelId="{D82A8EBB-A579-4D05-ACD2-387FD207655C}" type="sibTrans" cxnId="{19A8E0CA-4F0B-4BB5-BFCD-FDF4D358D075}">
      <dgm:prSet/>
      <dgm:spPr/>
      <dgm:t>
        <a:bodyPr/>
        <a:lstStyle/>
        <a:p>
          <a:endParaRPr lang="en-US"/>
        </a:p>
      </dgm:t>
    </dgm:pt>
    <dgm:pt modelId="{E7911F38-2BB0-4290-9B58-14D26927A761}">
      <dgm:prSet/>
      <dgm:spPr/>
      <dgm:t>
        <a:bodyPr/>
        <a:lstStyle/>
        <a:p>
          <a:r>
            <a:rPr lang="ru-RU" dirty="0"/>
            <a:t>Обслуживание по состоянию</a:t>
          </a:r>
          <a:endParaRPr lang="en-US" dirty="0"/>
        </a:p>
      </dgm:t>
    </dgm:pt>
    <dgm:pt modelId="{0C46B35C-4198-47C2-A121-0F6663053564}" type="parTrans" cxnId="{94C36CF4-AD00-415F-8ACA-D80512513763}">
      <dgm:prSet/>
      <dgm:spPr/>
      <dgm:t>
        <a:bodyPr/>
        <a:lstStyle/>
        <a:p>
          <a:endParaRPr lang="en-US"/>
        </a:p>
      </dgm:t>
    </dgm:pt>
    <dgm:pt modelId="{4658AB49-0C9C-4AA5-8EF2-2BEE50DD3C3D}" type="sibTrans" cxnId="{94C36CF4-AD00-415F-8ACA-D80512513763}">
      <dgm:prSet/>
      <dgm:spPr/>
      <dgm:t>
        <a:bodyPr/>
        <a:lstStyle/>
        <a:p>
          <a:endParaRPr lang="en-US"/>
        </a:p>
      </dgm:t>
    </dgm:pt>
    <dgm:pt modelId="{F69A3B31-2DB9-48F8-A54A-041A52C596D0}" type="pres">
      <dgm:prSet presAssocID="{F43E8794-A2F3-49F9-B5F5-A420ED81FDA7}" presName="root" presStyleCnt="0">
        <dgm:presLayoutVars>
          <dgm:dir/>
          <dgm:resizeHandles val="exact"/>
        </dgm:presLayoutVars>
      </dgm:prSet>
      <dgm:spPr/>
    </dgm:pt>
    <dgm:pt modelId="{B64BA9AA-F605-44A9-8D10-05C646EF32D5}" type="pres">
      <dgm:prSet presAssocID="{AC245D67-ABA8-4D39-AB2A-FA7BCCF200CE}" presName="compNode" presStyleCnt="0"/>
      <dgm:spPr/>
    </dgm:pt>
    <dgm:pt modelId="{C7E53D88-CC92-4196-8349-2D592959302D}" type="pres">
      <dgm:prSet presAssocID="{AC245D67-ABA8-4D39-AB2A-FA7BCCF200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593EA9A6-DD9B-4BD6-A9E4-8AF66C3AA8ED}" type="pres">
      <dgm:prSet presAssocID="{AC245D67-ABA8-4D39-AB2A-FA7BCCF200CE}" presName="spaceRect" presStyleCnt="0"/>
      <dgm:spPr/>
    </dgm:pt>
    <dgm:pt modelId="{30265EA3-AA37-4D5D-BD7F-F7FB04488EAE}" type="pres">
      <dgm:prSet presAssocID="{AC245D67-ABA8-4D39-AB2A-FA7BCCF200CE}" presName="textRect" presStyleLbl="revTx" presStyleIdx="0" presStyleCnt="4">
        <dgm:presLayoutVars>
          <dgm:chMax val="1"/>
          <dgm:chPref val="1"/>
        </dgm:presLayoutVars>
      </dgm:prSet>
      <dgm:spPr/>
    </dgm:pt>
    <dgm:pt modelId="{B5E22D89-8B01-4930-B63B-32B5ED98C3EB}" type="pres">
      <dgm:prSet presAssocID="{4634C0D3-E68F-41F2-929E-C75EC4485A02}" presName="sibTrans" presStyleCnt="0"/>
      <dgm:spPr/>
    </dgm:pt>
    <dgm:pt modelId="{34ED9676-37F6-4719-BBBA-2B1C2E3AC3A3}" type="pres">
      <dgm:prSet presAssocID="{400EE221-BDD7-4A52-A6F3-155B32DF99A2}" presName="compNode" presStyleCnt="0"/>
      <dgm:spPr/>
    </dgm:pt>
    <dgm:pt modelId="{46CAA18E-BCBD-4B5A-B4B9-301AFF533F6E}" type="pres">
      <dgm:prSet presAssocID="{400EE221-BDD7-4A52-A6F3-155B32DF99A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F0E8067-EB86-4937-AA9B-086BBA728887}" type="pres">
      <dgm:prSet presAssocID="{400EE221-BDD7-4A52-A6F3-155B32DF99A2}" presName="spaceRect" presStyleCnt="0"/>
      <dgm:spPr/>
    </dgm:pt>
    <dgm:pt modelId="{0E159265-045F-4B8C-9D9C-98F32DF25E2F}" type="pres">
      <dgm:prSet presAssocID="{400EE221-BDD7-4A52-A6F3-155B32DF99A2}" presName="textRect" presStyleLbl="revTx" presStyleIdx="1" presStyleCnt="4">
        <dgm:presLayoutVars>
          <dgm:chMax val="1"/>
          <dgm:chPref val="1"/>
        </dgm:presLayoutVars>
      </dgm:prSet>
      <dgm:spPr/>
    </dgm:pt>
    <dgm:pt modelId="{054EEC08-23CE-4A14-9BDC-AD5DDF7DD120}" type="pres">
      <dgm:prSet presAssocID="{5A52D835-86A6-4445-9775-8C4209E30321}" presName="sibTrans" presStyleCnt="0"/>
      <dgm:spPr/>
    </dgm:pt>
    <dgm:pt modelId="{D196720C-0865-4B25-A785-BE662CB7A184}" type="pres">
      <dgm:prSet presAssocID="{5C8EB715-EB73-40EB-B8AC-4FD8FDB2C893}" presName="compNode" presStyleCnt="0"/>
      <dgm:spPr/>
    </dgm:pt>
    <dgm:pt modelId="{79361148-B435-4C72-9F47-2EB3E1BCB5A1}" type="pres">
      <dgm:prSet presAssocID="{5C8EB715-EB73-40EB-B8AC-4FD8FDB2C8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етевая диаграмма со сплошной заливкой"/>
        </a:ext>
      </dgm:extLst>
    </dgm:pt>
    <dgm:pt modelId="{95D0B471-E130-42E1-B3F8-BB4A1CE5923F}" type="pres">
      <dgm:prSet presAssocID="{5C8EB715-EB73-40EB-B8AC-4FD8FDB2C893}" presName="spaceRect" presStyleCnt="0"/>
      <dgm:spPr/>
    </dgm:pt>
    <dgm:pt modelId="{3DD34666-34D5-44B7-A3F5-EE1F6DE8838D}" type="pres">
      <dgm:prSet presAssocID="{5C8EB715-EB73-40EB-B8AC-4FD8FDB2C893}" presName="textRect" presStyleLbl="revTx" presStyleIdx="2" presStyleCnt="4">
        <dgm:presLayoutVars>
          <dgm:chMax val="1"/>
          <dgm:chPref val="1"/>
        </dgm:presLayoutVars>
      </dgm:prSet>
      <dgm:spPr/>
    </dgm:pt>
    <dgm:pt modelId="{7E0E8DEC-C12A-401B-BC00-EE07B55E5AF8}" type="pres">
      <dgm:prSet presAssocID="{D82A8EBB-A579-4D05-ACD2-387FD207655C}" presName="sibTrans" presStyleCnt="0"/>
      <dgm:spPr/>
    </dgm:pt>
    <dgm:pt modelId="{BDFE1C76-E34C-4622-8BE8-7057FFB349A9}" type="pres">
      <dgm:prSet presAssocID="{E7911F38-2BB0-4290-9B58-14D26927A761}" presName="compNode" presStyleCnt="0"/>
      <dgm:spPr/>
    </dgm:pt>
    <dgm:pt modelId="{54EACB97-0E8C-4DE4-AA06-3938F0220DC4}" type="pres">
      <dgm:prSet presAssocID="{E7911F38-2BB0-4290-9B58-14D26927A7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4E3C7BB9-73A3-41E8-8FA3-353B2AF2AE70}" type="pres">
      <dgm:prSet presAssocID="{E7911F38-2BB0-4290-9B58-14D26927A761}" presName="spaceRect" presStyleCnt="0"/>
      <dgm:spPr/>
    </dgm:pt>
    <dgm:pt modelId="{75416EEF-8ED9-4967-9559-7B237D3D80E6}" type="pres">
      <dgm:prSet presAssocID="{E7911F38-2BB0-4290-9B58-14D26927A7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456514-562B-4433-9D50-7663B31285C6}" type="presOf" srcId="{5C8EB715-EB73-40EB-B8AC-4FD8FDB2C893}" destId="{3DD34666-34D5-44B7-A3F5-EE1F6DE8838D}" srcOrd="0" destOrd="0" presId="urn:microsoft.com/office/officeart/2018/2/layout/IconLabelList"/>
    <dgm:cxn modelId="{E4DAF119-19C8-4CDC-ACFF-338D02073B0E}" type="presOf" srcId="{E7911F38-2BB0-4290-9B58-14D26927A761}" destId="{75416EEF-8ED9-4967-9559-7B237D3D80E6}" srcOrd="0" destOrd="0" presId="urn:microsoft.com/office/officeart/2018/2/layout/IconLabelList"/>
    <dgm:cxn modelId="{BB8BF943-A148-490A-9BB1-83F1CFA53CFC}" type="presOf" srcId="{F43E8794-A2F3-49F9-B5F5-A420ED81FDA7}" destId="{F69A3B31-2DB9-48F8-A54A-041A52C596D0}" srcOrd="0" destOrd="0" presId="urn:microsoft.com/office/officeart/2018/2/layout/IconLabelList"/>
    <dgm:cxn modelId="{D34AD98A-CF6E-4578-9A13-C917790BBDD6}" srcId="{F43E8794-A2F3-49F9-B5F5-A420ED81FDA7}" destId="{AC245D67-ABA8-4D39-AB2A-FA7BCCF200CE}" srcOrd="0" destOrd="0" parTransId="{8998EC0C-3682-4B29-84F4-E07426028F23}" sibTransId="{4634C0D3-E68F-41F2-929E-C75EC4485A02}"/>
    <dgm:cxn modelId="{19A8E0CA-4F0B-4BB5-BFCD-FDF4D358D075}" srcId="{F43E8794-A2F3-49F9-B5F5-A420ED81FDA7}" destId="{5C8EB715-EB73-40EB-B8AC-4FD8FDB2C893}" srcOrd="2" destOrd="0" parTransId="{87214C89-ABA3-4153-8514-B6170D07C6D4}" sibTransId="{D82A8EBB-A579-4D05-ACD2-387FD207655C}"/>
    <dgm:cxn modelId="{ADA96DD0-5E16-4785-8A33-1624C6A1B436}" type="presOf" srcId="{AC245D67-ABA8-4D39-AB2A-FA7BCCF200CE}" destId="{30265EA3-AA37-4D5D-BD7F-F7FB04488EAE}" srcOrd="0" destOrd="0" presId="urn:microsoft.com/office/officeart/2018/2/layout/IconLabelList"/>
    <dgm:cxn modelId="{42D80AD4-EAB3-4529-A9D3-C5E7E0E8441E}" type="presOf" srcId="{400EE221-BDD7-4A52-A6F3-155B32DF99A2}" destId="{0E159265-045F-4B8C-9D9C-98F32DF25E2F}" srcOrd="0" destOrd="0" presId="urn:microsoft.com/office/officeart/2018/2/layout/IconLabelList"/>
    <dgm:cxn modelId="{28415AEE-B3E6-4863-A24F-6CE7EC493FE0}" srcId="{F43E8794-A2F3-49F9-B5F5-A420ED81FDA7}" destId="{400EE221-BDD7-4A52-A6F3-155B32DF99A2}" srcOrd="1" destOrd="0" parTransId="{3A486D69-B048-429E-8619-BD584F2DB2CD}" sibTransId="{5A52D835-86A6-4445-9775-8C4209E30321}"/>
    <dgm:cxn modelId="{94C36CF4-AD00-415F-8ACA-D80512513763}" srcId="{F43E8794-A2F3-49F9-B5F5-A420ED81FDA7}" destId="{E7911F38-2BB0-4290-9B58-14D26927A761}" srcOrd="3" destOrd="0" parTransId="{0C46B35C-4198-47C2-A121-0F6663053564}" sibTransId="{4658AB49-0C9C-4AA5-8EF2-2BEE50DD3C3D}"/>
    <dgm:cxn modelId="{5CC93111-E022-45A2-951B-CE8641371495}" type="presParOf" srcId="{F69A3B31-2DB9-48F8-A54A-041A52C596D0}" destId="{B64BA9AA-F605-44A9-8D10-05C646EF32D5}" srcOrd="0" destOrd="0" presId="urn:microsoft.com/office/officeart/2018/2/layout/IconLabelList"/>
    <dgm:cxn modelId="{83DE2199-BC14-49CD-898A-3071C5D595D5}" type="presParOf" srcId="{B64BA9AA-F605-44A9-8D10-05C646EF32D5}" destId="{C7E53D88-CC92-4196-8349-2D592959302D}" srcOrd="0" destOrd="0" presId="urn:microsoft.com/office/officeart/2018/2/layout/IconLabelList"/>
    <dgm:cxn modelId="{0CE90C65-661C-42C2-BFED-98979588EF41}" type="presParOf" srcId="{B64BA9AA-F605-44A9-8D10-05C646EF32D5}" destId="{593EA9A6-DD9B-4BD6-A9E4-8AF66C3AA8ED}" srcOrd="1" destOrd="0" presId="urn:microsoft.com/office/officeart/2018/2/layout/IconLabelList"/>
    <dgm:cxn modelId="{31D31E83-5EA9-4E92-8ACD-040FA38D4D5F}" type="presParOf" srcId="{B64BA9AA-F605-44A9-8D10-05C646EF32D5}" destId="{30265EA3-AA37-4D5D-BD7F-F7FB04488EAE}" srcOrd="2" destOrd="0" presId="urn:microsoft.com/office/officeart/2018/2/layout/IconLabelList"/>
    <dgm:cxn modelId="{C7B2B7DF-FAF5-4F61-987D-C0076CAF5FEB}" type="presParOf" srcId="{F69A3B31-2DB9-48F8-A54A-041A52C596D0}" destId="{B5E22D89-8B01-4930-B63B-32B5ED98C3EB}" srcOrd="1" destOrd="0" presId="urn:microsoft.com/office/officeart/2018/2/layout/IconLabelList"/>
    <dgm:cxn modelId="{9F034FB7-24E8-4629-BF90-30B8AA8AE3D9}" type="presParOf" srcId="{F69A3B31-2DB9-48F8-A54A-041A52C596D0}" destId="{34ED9676-37F6-4719-BBBA-2B1C2E3AC3A3}" srcOrd="2" destOrd="0" presId="urn:microsoft.com/office/officeart/2018/2/layout/IconLabelList"/>
    <dgm:cxn modelId="{4521FA13-D613-479F-9B2B-28D44A5BC13F}" type="presParOf" srcId="{34ED9676-37F6-4719-BBBA-2B1C2E3AC3A3}" destId="{46CAA18E-BCBD-4B5A-B4B9-301AFF533F6E}" srcOrd="0" destOrd="0" presId="urn:microsoft.com/office/officeart/2018/2/layout/IconLabelList"/>
    <dgm:cxn modelId="{80A843F2-EFB8-4E87-A285-6ABD0AFEE323}" type="presParOf" srcId="{34ED9676-37F6-4719-BBBA-2B1C2E3AC3A3}" destId="{1F0E8067-EB86-4937-AA9B-086BBA728887}" srcOrd="1" destOrd="0" presId="urn:microsoft.com/office/officeart/2018/2/layout/IconLabelList"/>
    <dgm:cxn modelId="{A7A6CB9C-2CA9-422A-B9E1-0EB309869C43}" type="presParOf" srcId="{34ED9676-37F6-4719-BBBA-2B1C2E3AC3A3}" destId="{0E159265-045F-4B8C-9D9C-98F32DF25E2F}" srcOrd="2" destOrd="0" presId="urn:microsoft.com/office/officeart/2018/2/layout/IconLabelList"/>
    <dgm:cxn modelId="{8423EF4C-0618-4751-912A-237DAA2A656D}" type="presParOf" srcId="{F69A3B31-2DB9-48F8-A54A-041A52C596D0}" destId="{054EEC08-23CE-4A14-9BDC-AD5DDF7DD120}" srcOrd="3" destOrd="0" presId="urn:microsoft.com/office/officeart/2018/2/layout/IconLabelList"/>
    <dgm:cxn modelId="{CA3CB305-3509-445B-A7D1-A7B55F0003FF}" type="presParOf" srcId="{F69A3B31-2DB9-48F8-A54A-041A52C596D0}" destId="{D196720C-0865-4B25-A785-BE662CB7A184}" srcOrd="4" destOrd="0" presId="urn:microsoft.com/office/officeart/2018/2/layout/IconLabelList"/>
    <dgm:cxn modelId="{C83CB2C4-47C2-4FC2-9B66-73F304BBC1AE}" type="presParOf" srcId="{D196720C-0865-4B25-A785-BE662CB7A184}" destId="{79361148-B435-4C72-9F47-2EB3E1BCB5A1}" srcOrd="0" destOrd="0" presId="urn:microsoft.com/office/officeart/2018/2/layout/IconLabelList"/>
    <dgm:cxn modelId="{606EBF17-B9F4-4D97-A520-FFAEDA63A0D5}" type="presParOf" srcId="{D196720C-0865-4B25-A785-BE662CB7A184}" destId="{95D0B471-E130-42E1-B3F8-BB4A1CE5923F}" srcOrd="1" destOrd="0" presId="urn:microsoft.com/office/officeart/2018/2/layout/IconLabelList"/>
    <dgm:cxn modelId="{07FA0D94-28F1-421A-8BDD-691D6D4485F1}" type="presParOf" srcId="{D196720C-0865-4B25-A785-BE662CB7A184}" destId="{3DD34666-34D5-44B7-A3F5-EE1F6DE8838D}" srcOrd="2" destOrd="0" presId="urn:microsoft.com/office/officeart/2018/2/layout/IconLabelList"/>
    <dgm:cxn modelId="{06EA0B8F-4649-4AB2-8637-E14C7049C199}" type="presParOf" srcId="{F69A3B31-2DB9-48F8-A54A-041A52C596D0}" destId="{7E0E8DEC-C12A-401B-BC00-EE07B55E5AF8}" srcOrd="5" destOrd="0" presId="urn:microsoft.com/office/officeart/2018/2/layout/IconLabelList"/>
    <dgm:cxn modelId="{B937EFB1-93BD-4CCD-9C96-528F011E077D}" type="presParOf" srcId="{F69A3B31-2DB9-48F8-A54A-041A52C596D0}" destId="{BDFE1C76-E34C-4622-8BE8-7057FFB349A9}" srcOrd="6" destOrd="0" presId="urn:microsoft.com/office/officeart/2018/2/layout/IconLabelList"/>
    <dgm:cxn modelId="{741715B4-A5C4-4023-82B8-F08CB4C5ECF4}" type="presParOf" srcId="{BDFE1C76-E34C-4622-8BE8-7057FFB349A9}" destId="{54EACB97-0E8C-4DE4-AA06-3938F0220DC4}" srcOrd="0" destOrd="0" presId="urn:microsoft.com/office/officeart/2018/2/layout/IconLabelList"/>
    <dgm:cxn modelId="{C1D24E8A-4DEF-468D-AE86-18037F1A7086}" type="presParOf" srcId="{BDFE1C76-E34C-4622-8BE8-7057FFB349A9}" destId="{4E3C7BB9-73A3-41E8-8FA3-353B2AF2AE70}" srcOrd="1" destOrd="0" presId="urn:microsoft.com/office/officeart/2018/2/layout/IconLabelList"/>
    <dgm:cxn modelId="{0D526A50-5AB3-4955-A1C9-6395D6AF162B}" type="presParOf" srcId="{BDFE1C76-E34C-4622-8BE8-7057FFB349A9}" destId="{75416EEF-8ED9-4967-9559-7B237D3D80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C17879A-2D7A-47B8-A209-77D2C6056C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7A3163-FEF2-4172-80CD-C37548F6A04B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Регламентное обслуживание</a:t>
          </a:r>
          <a:endParaRPr lang="en-US"/>
        </a:p>
      </dgm:t>
    </dgm:pt>
    <dgm:pt modelId="{1CDA1DF5-22E6-4F8A-BAB0-D8007189DE59}" type="parTrans" cxnId="{D8668BD6-4B55-4689-AE88-AFEDE2BE1DC9}">
      <dgm:prSet/>
      <dgm:spPr/>
      <dgm:t>
        <a:bodyPr/>
        <a:lstStyle/>
        <a:p>
          <a:endParaRPr lang="en-US"/>
        </a:p>
      </dgm:t>
    </dgm:pt>
    <dgm:pt modelId="{0554D3CA-CE01-4630-A71C-DE0839B4C600}" type="sibTrans" cxnId="{D8668BD6-4B55-4689-AE88-AFEDE2BE1DC9}">
      <dgm:prSet/>
      <dgm:spPr/>
      <dgm:t>
        <a:bodyPr/>
        <a:lstStyle/>
        <a:p>
          <a:endParaRPr lang="en-US"/>
        </a:p>
      </dgm:t>
    </dgm:pt>
    <dgm:pt modelId="{A3022CCA-32DE-4EDD-85EB-2179F7C38F72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Предиктивное обслуживание</a:t>
          </a:r>
          <a:endParaRPr lang="en-US"/>
        </a:p>
      </dgm:t>
    </dgm:pt>
    <dgm:pt modelId="{DEA0CC08-E0B9-42B6-8359-0BC3CBE33591}" type="parTrans" cxnId="{98816871-1D35-464C-BFD3-003E0DC79E0F}">
      <dgm:prSet/>
      <dgm:spPr/>
      <dgm:t>
        <a:bodyPr/>
        <a:lstStyle/>
        <a:p>
          <a:endParaRPr lang="en-US"/>
        </a:p>
      </dgm:t>
    </dgm:pt>
    <dgm:pt modelId="{13EE8EED-8912-4E21-91FC-75D93292369A}" type="sibTrans" cxnId="{98816871-1D35-464C-BFD3-003E0DC79E0F}">
      <dgm:prSet/>
      <dgm:spPr/>
      <dgm:t>
        <a:bodyPr/>
        <a:lstStyle/>
        <a:p>
          <a:endParaRPr lang="en-US"/>
        </a:p>
      </dgm:t>
    </dgm:pt>
    <dgm:pt modelId="{7075EB4C-8A58-4EA5-974E-4DEC106E0DCD}">
      <dgm:prSet/>
      <dgm:spPr/>
      <dgm:t>
        <a:bodyPr/>
        <a:lstStyle/>
        <a:p>
          <a:pPr>
            <a:lnSpc>
              <a:spcPct val="100000"/>
            </a:lnSpc>
          </a:pPr>
          <a:r>
            <a:rPr lang="ru-RU"/>
            <a:t>Эксплуатация с резервным роботом</a:t>
          </a:r>
          <a:endParaRPr lang="en-US"/>
        </a:p>
      </dgm:t>
    </dgm:pt>
    <dgm:pt modelId="{8A3A326B-68A1-4579-AEFD-B0C79355EA02}" type="parTrans" cxnId="{4A18E2A1-7F12-45E7-8CDA-76695CAAA7C0}">
      <dgm:prSet/>
      <dgm:spPr/>
      <dgm:t>
        <a:bodyPr/>
        <a:lstStyle/>
        <a:p>
          <a:endParaRPr lang="en-US"/>
        </a:p>
      </dgm:t>
    </dgm:pt>
    <dgm:pt modelId="{C3B01DD2-85FB-499A-BBD1-369E94B7661F}" type="sibTrans" cxnId="{4A18E2A1-7F12-45E7-8CDA-76695CAAA7C0}">
      <dgm:prSet/>
      <dgm:spPr/>
      <dgm:t>
        <a:bodyPr/>
        <a:lstStyle/>
        <a:p>
          <a:endParaRPr lang="en-US"/>
        </a:p>
      </dgm:t>
    </dgm:pt>
    <dgm:pt modelId="{52A745A0-D064-C64F-91F1-5AD2ECF9C488}" type="pres">
      <dgm:prSet presAssocID="{3C17879A-2D7A-47B8-A209-77D2C6056C67}" presName="linear" presStyleCnt="0">
        <dgm:presLayoutVars>
          <dgm:animLvl val="lvl"/>
          <dgm:resizeHandles val="exact"/>
        </dgm:presLayoutVars>
      </dgm:prSet>
      <dgm:spPr/>
    </dgm:pt>
    <dgm:pt modelId="{735DDB04-B55D-BB49-86E1-482DD53C1515}" type="pres">
      <dgm:prSet presAssocID="{7A7A3163-FEF2-4172-80CD-C37548F6A0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C8CB26-06B6-B847-A76A-35F4C6E71D36}" type="pres">
      <dgm:prSet presAssocID="{0554D3CA-CE01-4630-A71C-DE0839B4C600}" presName="spacer" presStyleCnt="0"/>
      <dgm:spPr/>
    </dgm:pt>
    <dgm:pt modelId="{E279B34F-5D42-2E4D-A7A8-F9AB1279B330}" type="pres">
      <dgm:prSet presAssocID="{A3022CCA-32DE-4EDD-85EB-2179F7C38F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029597-6261-7F4B-B563-8D8F3025339A}" type="pres">
      <dgm:prSet presAssocID="{13EE8EED-8912-4E21-91FC-75D93292369A}" presName="spacer" presStyleCnt="0"/>
      <dgm:spPr/>
    </dgm:pt>
    <dgm:pt modelId="{F50DD414-1A62-1E4D-85A4-3E85C62E0FE5}" type="pres">
      <dgm:prSet presAssocID="{7075EB4C-8A58-4EA5-974E-4DEC106E0DC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2FC4202-4F2E-B14E-964A-8BC6081EFD20}" type="presOf" srcId="{3C17879A-2D7A-47B8-A209-77D2C6056C67}" destId="{52A745A0-D064-C64F-91F1-5AD2ECF9C488}" srcOrd="0" destOrd="0" presId="urn:microsoft.com/office/officeart/2005/8/layout/vList2"/>
    <dgm:cxn modelId="{4C813466-3010-2548-9707-FE5C708CEFA5}" type="presOf" srcId="{7075EB4C-8A58-4EA5-974E-4DEC106E0DCD}" destId="{F50DD414-1A62-1E4D-85A4-3E85C62E0FE5}" srcOrd="0" destOrd="0" presId="urn:microsoft.com/office/officeart/2005/8/layout/vList2"/>
    <dgm:cxn modelId="{98816871-1D35-464C-BFD3-003E0DC79E0F}" srcId="{3C17879A-2D7A-47B8-A209-77D2C6056C67}" destId="{A3022CCA-32DE-4EDD-85EB-2179F7C38F72}" srcOrd="1" destOrd="0" parTransId="{DEA0CC08-E0B9-42B6-8359-0BC3CBE33591}" sibTransId="{13EE8EED-8912-4E21-91FC-75D93292369A}"/>
    <dgm:cxn modelId="{F6BF3B92-3EF5-5445-B71F-0BAFDD738521}" type="presOf" srcId="{A3022CCA-32DE-4EDD-85EB-2179F7C38F72}" destId="{E279B34F-5D42-2E4D-A7A8-F9AB1279B330}" srcOrd="0" destOrd="0" presId="urn:microsoft.com/office/officeart/2005/8/layout/vList2"/>
    <dgm:cxn modelId="{4A18E2A1-7F12-45E7-8CDA-76695CAAA7C0}" srcId="{3C17879A-2D7A-47B8-A209-77D2C6056C67}" destId="{7075EB4C-8A58-4EA5-974E-4DEC106E0DCD}" srcOrd="2" destOrd="0" parTransId="{8A3A326B-68A1-4579-AEFD-B0C79355EA02}" sibTransId="{C3B01DD2-85FB-499A-BBD1-369E94B7661F}"/>
    <dgm:cxn modelId="{AE43E7A7-4FD2-6640-9652-D86846D533E5}" type="presOf" srcId="{7A7A3163-FEF2-4172-80CD-C37548F6A04B}" destId="{735DDB04-B55D-BB49-86E1-482DD53C1515}" srcOrd="0" destOrd="0" presId="urn:microsoft.com/office/officeart/2005/8/layout/vList2"/>
    <dgm:cxn modelId="{D8668BD6-4B55-4689-AE88-AFEDE2BE1DC9}" srcId="{3C17879A-2D7A-47B8-A209-77D2C6056C67}" destId="{7A7A3163-FEF2-4172-80CD-C37548F6A04B}" srcOrd="0" destOrd="0" parTransId="{1CDA1DF5-22E6-4F8A-BAB0-D8007189DE59}" sibTransId="{0554D3CA-CE01-4630-A71C-DE0839B4C600}"/>
    <dgm:cxn modelId="{438F1202-39EF-5A41-8305-CD6E0B5B7FEC}" type="presParOf" srcId="{52A745A0-D064-C64F-91F1-5AD2ECF9C488}" destId="{735DDB04-B55D-BB49-86E1-482DD53C1515}" srcOrd="0" destOrd="0" presId="urn:microsoft.com/office/officeart/2005/8/layout/vList2"/>
    <dgm:cxn modelId="{B946610D-71A5-294E-9E54-F56984E283F3}" type="presParOf" srcId="{52A745A0-D064-C64F-91F1-5AD2ECF9C488}" destId="{D9C8CB26-06B6-B847-A76A-35F4C6E71D36}" srcOrd="1" destOrd="0" presId="urn:microsoft.com/office/officeart/2005/8/layout/vList2"/>
    <dgm:cxn modelId="{F61AA534-1E0F-E648-9BE3-5755D14AC66C}" type="presParOf" srcId="{52A745A0-D064-C64F-91F1-5AD2ECF9C488}" destId="{E279B34F-5D42-2E4D-A7A8-F9AB1279B330}" srcOrd="2" destOrd="0" presId="urn:microsoft.com/office/officeart/2005/8/layout/vList2"/>
    <dgm:cxn modelId="{BCB1F470-065A-3046-81E1-9E067A1D2B23}" type="presParOf" srcId="{52A745A0-D064-C64F-91F1-5AD2ECF9C488}" destId="{1E029597-6261-7F4B-B563-8D8F3025339A}" srcOrd="3" destOrd="0" presId="urn:microsoft.com/office/officeart/2005/8/layout/vList2"/>
    <dgm:cxn modelId="{378CDEC6-3BDB-F34B-9EF8-31A73A994D6D}" type="presParOf" srcId="{52A745A0-D064-C64F-91F1-5AD2ECF9C488}" destId="{F50DD414-1A62-1E4D-85A4-3E85C62E0FE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FF57BA-8861-43E2-B9A3-815C5002DFC8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18889-90E8-469C-B191-64AD584F8BB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Высокая стоимость простоев оборудования</a:t>
          </a:r>
          <a:endParaRPr lang="en-US" sz="2800" kern="1200" dirty="0"/>
        </a:p>
      </dsp:txBody>
      <dsp:txXfrm>
        <a:off x="398656" y="1088253"/>
        <a:ext cx="2959127" cy="1837317"/>
      </dsp:txXfrm>
    </dsp:sp>
    <dsp:sp modelId="{06EB1B2B-433B-40E4-8649-3FB3C2C32425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30146-06F2-46D6-8532-FFBD5E5665E1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/>
            <a:t>Износ узлов робота-паллетизатора</a:t>
          </a:r>
          <a:endParaRPr lang="en-US" sz="2800" kern="1200"/>
        </a:p>
      </dsp:txBody>
      <dsp:txXfrm>
        <a:off x="4155097" y="1088253"/>
        <a:ext cx="2959127" cy="1837317"/>
      </dsp:txXfrm>
    </dsp:sp>
    <dsp:sp modelId="{44A159B9-BDEF-4BF8-A5D0-BC8249400D2F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968375-44D9-4D05-99FA-61DB6A68E6B1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Различные ограничения регламентного ТО</a:t>
          </a:r>
          <a:endParaRPr lang="en-US" sz="2800" kern="1200" dirty="0"/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03825E-B15F-415D-8BC8-F99C950E4793}">
      <dsp:nvSpPr>
        <dsp:cNvPr id="0" name=""/>
        <dsp:cNvSpPr/>
      </dsp:nvSpPr>
      <dsp:spPr>
        <a:xfrm>
          <a:off x="5340923" y="1405930"/>
          <a:ext cx="4058717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4058717" y="438771"/>
              </a:lnTo>
              <a:lnTo>
                <a:pt x="4058717" y="643860"/>
              </a:lnTo>
            </a:path>
          </a:pathLst>
        </a:custGeom>
        <a:noFill/>
        <a:ln w="254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dsp:style>
    </dsp:sp>
    <dsp:sp modelId="{1461CD85-435D-44EC-8E86-4482A34FAC22}">
      <dsp:nvSpPr>
        <dsp:cNvPr id="0" name=""/>
        <dsp:cNvSpPr/>
      </dsp:nvSpPr>
      <dsp:spPr>
        <a:xfrm>
          <a:off x="5340923" y="1405930"/>
          <a:ext cx="1352905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1352905" y="438771"/>
              </a:lnTo>
              <a:lnTo>
                <a:pt x="1352905" y="643860"/>
              </a:lnTo>
            </a:path>
          </a:pathLst>
        </a:custGeom>
        <a:noFill/>
        <a:ln w="254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dsp:style>
    </dsp:sp>
    <dsp:sp modelId="{5925F7B9-1CFC-45A6-A159-A73900B9F874}">
      <dsp:nvSpPr>
        <dsp:cNvPr id="0" name=""/>
        <dsp:cNvSpPr/>
      </dsp:nvSpPr>
      <dsp:spPr>
        <a:xfrm>
          <a:off x="3988017" y="1405930"/>
          <a:ext cx="1352905" cy="643860"/>
        </a:xfrm>
        <a:custGeom>
          <a:avLst/>
          <a:gdLst/>
          <a:ahLst/>
          <a:cxnLst/>
          <a:rect l="0" t="0" r="0" b="0"/>
          <a:pathLst>
            <a:path>
              <a:moveTo>
                <a:pt x="1352905" y="0"/>
              </a:moveTo>
              <a:lnTo>
                <a:pt x="1352905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7C818C-0D4B-4622-9F3E-69C9AEACC7B4}">
      <dsp:nvSpPr>
        <dsp:cNvPr id="0" name=""/>
        <dsp:cNvSpPr/>
      </dsp:nvSpPr>
      <dsp:spPr>
        <a:xfrm>
          <a:off x="1282205" y="1405930"/>
          <a:ext cx="4058717" cy="643860"/>
        </a:xfrm>
        <a:custGeom>
          <a:avLst/>
          <a:gdLst/>
          <a:ahLst/>
          <a:cxnLst/>
          <a:rect l="0" t="0" r="0" b="0"/>
          <a:pathLst>
            <a:path>
              <a:moveTo>
                <a:pt x="4058717" y="0"/>
              </a:moveTo>
              <a:lnTo>
                <a:pt x="4058717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254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dsp:style>
    </dsp:sp>
    <dsp:sp modelId="{1C89F799-691B-4DD8-9F30-2E4FD901CFEC}">
      <dsp:nvSpPr>
        <dsp:cNvPr id="0" name=""/>
        <dsp:cNvSpPr/>
      </dsp:nvSpPr>
      <dsp:spPr>
        <a:xfrm>
          <a:off x="1528188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85691-8D08-440C-8096-7569DD92B691}">
      <dsp:nvSpPr>
        <dsp:cNvPr id="0" name=""/>
        <dsp:cNvSpPr/>
      </dsp:nvSpPr>
      <dsp:spPr>
        <a:xfrm>
          <a:off x="1774171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Цель</a:t>
          </a:r>
          <a:r>
            <a:rPr lang="en-US" sz="1400" b="1" kern="1200" dirty="0"/>
            <a:t>: </a:t>
          </a:r>
          <a:r>
            <a:rPr lang="ru-RU" sz="1400" kern="1200" dirty="0"/>
            <a:t>повышение надёжности роботизированной ячейки за счёт предиктивного обслуживания</a:t>
          </a:r>
          <a:endParaRPr lang="en-US" sz="1400" kern="1200" dirty="0"/>
        </a:p>
      </dsp:txBody>
      <dsp:txXfrm>
        <a:off x="1815345" y="274996"/>
        <a:ext cx="2131497" cy="1323444"/>
      </dsp:txXfrm>
    </dsp:sp>
    <dsp:sp modelId="{2F5AAD47-9BE9-4B40-9DBD-2143F7BEEFE6}">
      <dsp:nvSpPr>
        <dsp:cNvPr id="0" name=""/>
        <dsp:cNvSpPr/>
      </dsp:nvSpPr>
      <dsp:spPr>
        <a:xfrm>
          <a:off x="4234000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C5C15-14E1-4EF2-BF67-CFFCF489A6D0}">
      <dsp:nvSpPr>
        <dsp:cNvPr id="0" name=""/>
        <dsp:cNvSpPr/>
      </dsp:nvSpPr>
      <dsp:spPr>
        <a:xfrm>
          <a:off x="4479983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kern="1200" dirty="0"/>
            <a:t>Задачи</a:t>
          </a:r>
          <a:r>
            <a:rPr lang="en-US" sz="1400" b="1" kern="1200" dirty="0"/>
            <a:t>:</a:t>
          </a:r>
          <a:endParaRPr lang="en-US" sz="1400" kern="1200" dirty="0"/>
        </a:p>
      </dsp:txBody>
      <dsp:txXfrm>
        <a:off x="4521157" y="274996"/>
        <a:ext cx="2131497" cy="1323444"/>
      </dsp:txXfrm>
    </dsp:sp>
    <dsp:sp modelId="{512F87DF-C5B1-4946-894C-A01E6E2D9799}">
      <dsp:nvSpPr>
        <dsp:cNvPr id="0" name=""/>
        <dsp:cNvSpPr/>
      </dsp:nvSpPr>
      <dsp:spPr>
        <a:xfrm>
          <a:off x="175282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</dsp:sp>
    <dsp:sp modelId="{7976FB51-E72E-4C04-8EA4-388586A017CE}">
      <dsp:nvSpPr>
        <dsp:cNvPr id="0" name=""/>
        <dsp:cNvSpPr/>
      </dsp:nvSpPr>
      <dsp:spPr>
        <a:xfrm>
          <a:off x="421265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Анализ производственного процесса паллетизации</a:t>
          </a:r>
          <a:endParaRPr lang="en-US" sz="1400" kern="1200" dirty="0"/>
        </a:p>
      </dsp:txBody>
      <dsp:txXfrm>
        <a:off x="462439" y="2324648"/>
        <a:ext cx="2131497" cy="1323444"/>
      </dsp:txXfrm>
    </dsp:sp>
    <dsp:sp modelId="{66CD53C7-B8B7-40E9-857D-A296272B1056}">
      <dsp:nvSpPr>
        <dsp:cNvPr id="0" name=""/>
        <dsp:cNvSpPr/>
      </dsp:nvSpPr>
      <dsp:spPr>
        <a:xfrm>
          <a:off x="2881094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</dsp:sp>
    <dsp:sp modelId="{691442F0-692A-46A1-8A8C-5B79D4E3482A}">
      <dsp:nvSpPr>
        <dsp:cNvPr id="0" name=""/>
        <dsp:cNvSpPr/>
      </dsp:nvSpPr>
      <dsp:spPr>
        <a:xfrm>
          <a:off x="3127077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Разработка алгоритма прогнозирования </a:t>
          </a:r>
          <a:endParaRPr lang="en-US" sz="1400" kern="1200" dirty="0"/>
        </a:p>
      </dsp:txBody>
      <dsp:txXfrm>
        <a:off x="3168251" y="2324648"/>
        <a:ext cx="2131497" cy="1323444"/>
      </dsp:txXfrm>
    </dsp:sp>
    <dsp:sp modelId="{26A79989-6DA2-464A-AA0F-1FFB3D9DC3CC}">
      <dsp:nvSpPr>
        <dsp:cNvPr id="0" name=""/>
        <dsp:cNvSpPr/>
      </dsp:nvSpPr>
      <dsp:spPr>
        <a:xfrm>
          <a:off x="5586905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</dsp:sp>
    <dsp:sp modelId="{628ABD04-11DD-4A18-A006-42C290518BA7}">
      <dsp:nvSpPr>
        <dsp:cNvPr id="0" name=""/>
        <dsp:cNvSpPr/>
      </dsp:nvSpPr>
      <dsp:spPr>
        <a:xfrm>
          <a:off x="5832888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Проектирование программно-аппаратного комплекса</a:t>
          </a:r>
          <a:endParaRPr lang="en-US" sz="1400" kern="1200" dirty="0"/>
        </a:p>
      </dsp:txBody>
      <dsp:txXfrm>
        <a:off x="5874062" y="2324648"/>
        <a:ext cx="2131497" cy="1323444"/>
      </dsp:txXfrm>
    </dsp:sp>
    <dsp:sp modelId="{606AF5D8-3E14-4D3C-8A12-4A560DB9F9D6}">
      <dsp:nvSpPr>
        <dsp:cNvPr id="0" name=""/>
        <dsp:cNvSpPr/>
      </dsp:nvSpPr>
      <dsp:spPr>
        <a:xfrm>
          <a:off x="8292717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</dsp:sp>
    <dsp:sp modelId="{46CBD622-ED62-437C-B568-2DF6F95F2506}">
      <dsp:nvSpPr>
        <dsp:cNvPr id="0" name=""/>
        <dsp:cNvSpPr/>
      </dsp:nvSpPr>
      <dsp:spPr>
        <a:xfrm>
          <a:off x="8538700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Оценка надёжности и экономической эффективности</a:t>
          </a:r>
          <a:endParaRPr lang="en-US" sz="1400" kern="1200" dirty="0"/>
        </a:p>
      </dsp:txBody>
      <dsp:txXfrm>
        <a:off x="8579874" y="2324648"/>
        <a:ext cx="2131497" cy="13234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F4BC9-FA08-4C7A-965E-2191705BAFE5}">
      <dsp:nvSpPr>
        <dsp:cNvPr id="0" name=""/>
        <dsp:cNvSpPr/>
      </dsp:nvSpPr>
      <dsp:spPr>
        <a:xfrm>
          <a:off x="677492" y="23804"/>
          <a:ext cx="1338187" cy="1338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995BE-9845-40E0-86B0-6AA023B6FADB}">
      <dsp:nvSpPr>
        <dsp:cNvPr id="0" name=""/>
        <dsp:cNvSpPr/>
      </dsp:nvSpPr>
      <dsp:spPr>
        <a:xfrm>
          <a:off x="962680" y="308992"/>
          <a:ext cx="767812" cy="767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03D22-04A9-4D95-A258-D6470C6051A7}">
      <dsp:nvSpPr>
        <dsp:cNvPr id="0" name=""/>
        <dsp:cNvSpPr/>
      </dsp:nvSpPr>
      <dsp:spPr>
        <a:xfrm>
          <a:off x="249711" y="1778804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Узлы робота-паллетизатора ABB IRB660-180/3.15</a:t>
          </a:r>
        </a:p>
      </dsp:txBody>
      <dsp:txXfrm>
        <a:off x="249711" y="1778804"/>
        <a:ext cx="2193750" cy="720000"/>
      </dsp:txXfrm>
    </dsp:sp>
    <dsp:sp modelId="{A8147017-B698-4883-B9A4-5482CF8C137E}">
      <dsp:nvSpPr>
        <dsp:cNvPr id="0" name=""/>
        <dsp:cNvSpPr/>
      </dsp:nvSpPr>
      <dsp:spPr>
        <a:xfrm>
          <a:off x="677492" y="3047242"/>
          <a:ext cx="1338187" cy="1338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A71E3-8AB0-4D22-AB7C-5DA5A2A21E0A}">
      <dsp:nvSpPr>
        <dsp:cNvPr id="0" name=""/>
        <dsp:cNvSpPr/>
      </dsp:nvSpPr>
      <dsp:spPr>
        <a:xfrm>
          <a:off x="962680" y="3332429"/>
          <a:ext cx="767812" cy="767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9234B-F283-41BA-A49D-FA3D5CF58D41}">
      <dsp:nvSpPr>
        <dsp:cNvPr id="0" name=""/>
        <dsp:cNvSpPr/>
      </dsp:nvSpPr>
      <dsp:spPr>
        <a:xfrm>
          <a:off x="249711" y="4802242"/>
          <a:ext cx="21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Процесс паллетизации бутылок весом 63кг</a:t>
          </a:r>
        </a:p>
      </dsp:txBody>
      <dsp:txXfrm>
        <a:off x="249711" y="4802242"/>
        <a:ext cx="21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53D88-CC92-4196-8349-2D592959302D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65EA3-AA37-4D5D-BD7F-F7FB04488EAE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Непрерывный сбор данных</a:t>
          </a:r>
          <a:endParaRPr lang="en-US" sz="1900" kern="1200" dirty="0"/>
        </a:p>
      </dsp:txBody>
      <dsp:txXfrm>
        <a:off x="100682" y="2175763"/>
        <a:ext cx="2370489" cy="720000"/>
      </dsp:txXfrm>
    </dsp:sp>
    <dsp:sp modelId="{46CAA18E-BCBD-4B5A-B4B9-301AFF533F6E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59265-045F-4B8C-9D9C-98F32DF25E2F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Оценка деградации узлов</a:t>
          </a:r>
          <a:endParaRPr lang="en-US" sz="1900" kern="1200" dirty="0"/>
        </a:p>
      </dsp:txBody>
      <dsp:txXfrm>
        <a:off x="2886007" y="2175763"/>
        <a:ext cx="2370489" cy="720000"/>
      </dsp:txXfrm>
    </dsp:sp>
    <dsp:sp modelId="{79361148-B435-4C72-9F47-2EB3E1BCB5A1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34666-34D5-44B7-A3F5-EE1F6DE8838D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Прогноз остаточного ресурса</a:t>
          </a:r>
          <a:endParaRPr lang="en-US" sz="1900" kern="1200" dirty="0"/>
        </a:p>
      </dsp:txBody>
      <dsp:txXfrm>
        <a:off x="5671332" y="2175763"/>
        <a:ext cx="2370489" cy="720000"/>
      </dsp:txXfrm>
    </dsp:sp>
    <dsp:sp modelId="{54EACB97-0E8C-4DE4-AA06-3938F0220DC4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16EEF-8ED9-4967-9559-7B237D3D80E6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Обслуживание по состоянию</a:t>
          </a:r>
          <a:endParaRPr lang="en-US" sz="1900" kern="1200" dirty="0"/>
        </a:p>
      </dsp:txBody>
      <dsp:txXfrm>
        <a:off x="8456657" y="2175763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5DDB04-B55D-BB49-86E1-482DD53C1515}">
      <dsp:nvSpPr>
        <dsp:cNvPr id="0" name=""/>
        <dsp:cNvSpPr/>
      </dsp:nvSpPr>
      <dsp:spPr>
        <a:xfrm>
          <a:off x="0" y="5589"/>
          <a:ext cx="5181600" cy="13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Регламентное обслуживание</a:t>
          </a:r>
          <a:endParaRPr lang="en-US" sz="3200" kern="1200"/>
        </a:p>
      </dsp:txBody>
      <dsp:txXfrm>
        <a:off x="67624" y="73213"/>
        <a:ext cx="5046352" cy="1250031"/>
      </dsp:txXfrm>
    </dsp:sp>
    <dsp:sp modelId="{E279B34F-5D42-2E4D-A7A8-F9AB1279B330}">
      <dsp:nvSpPr>
        <dsp:cNvPr id="0" name=""/>
        <dsp:cNvSpPr/>
      </dsp:nvSpPr>
      <dsp:spPr>
        <a:xfrm>
          <a:off x="0" y="1483029"/>
          <a:ext cx="5181600" cy="13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Предиктивное обслуживание</a:t>
          </a:r>
          <a:endParaRPr lang="en-US" sz="3200" kern="1200"/>
        </a:p>
      </dsp:txBody>
      <dsp:txXfrm>
        <a:off x="67624" y="1550653"/>
        <a:ext cx="5046352" cy="1250031"/>
      </dsp:txXfrm>
    </dsp:sp>
    <dsp:sp modelId="{F50DD414-1A62-1E4D-85A4-3E85C62E0FE5}">
      <dsp:nvSpPr>
        <dsp:cNvPr id="0" name=""/>
        <dsp:cNvSpPr/>
      </dsp:nvSpPr>
      <dsp:spPr>
        <a:xfrm>
          <a:off x="0" y="2960469"/>
          <a:ext cx="5181600" cy="13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kern="1200"/>
            <a:t>Эксплуатация с резервным роботом</a:t>
          </a:r>
          <a:endParaRPr lang="en-US" sz="3200" kern="1200"/>
        </a:p>
      </dsp:txBody>
      <dsp:txXfrm>
        <a:off x="67624" y="3028093"/>
        <a:ext cx="5046352" cy="12500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4E9E886A-FC8C-B8E3-F070-E0F95B7629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C92124C-CCEA-5326-68AB-AA1ADE958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7CDBF-D748-3F41-86D9-567050DCBCE2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29D8A0-F9A4-5DF6-C126-3367BAFD2F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B7725D-4B84-10E8-963C-384F419111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247B7-BF1E-B34B-9FC5-6B268A8C45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6891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667C4-B6B6-42CD-BDCB-F63495E685A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77ACE-2F6A-403A-9648-8BF3FD61A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77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334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895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463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342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77ACE-2F6A-403A-9648-8BF3FD61A91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437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BB52C-6B28-9EC0-DB08-78E0AD7C5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154067-B666-385B-C3F9-352EB4104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A36594-D6CA-466F-EF29-3DFCFFB8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1289-414A-4118-9FD8-F5625E36FBAC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5131FA-13BC-288A-B3E0-6113720F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580F63-9C83-3F8D-AB11-2EB75248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60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1E78F-7F27-9558-8AC8-A745354D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B8FB22-919E-CC91-6649-A893E26C3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1DA26F-72CA-0AAC-1FBF-2A65F6EA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4FE01-B1AC-4796-A390-0E94E643BC3B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6B7990-E52A-DCBE-E3F1-4FB7D1FF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F7B4E7-B01A-E690-0034-2729C3EC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10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27AD6-EFB8-5320-6197-A5A4004D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7B37E-1358-E14F-2386-F77B263BE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7455D1-3EA0-C90A-3FDB-E4C19C98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BC13-5634-4B4C-BC6E-9B12AB312508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E4148A-F12D-FC11-4C9B-F638C196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66BF2-14ED-668E-5F4A-7FD4FF63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873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2BEC6-6FC7-FCC7-F29E-FA462376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1165C-A9A6-6161-DBBC-4CC6E5D16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60546F-F0B6-7888-5522-B20377946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666F81-3DD1-A647-E55D-CB0AB9C6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584DF-97A7-4A9C-B04F-0A6CC65611ED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71CC9-97C2-3127-6291-95A436FA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40D24F-39E2-C9BC-72EE-4FF67769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83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29D94-19A8-47D9-D4D1-228BC240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8028CF-BEFE-2409-77C9-2661452D7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321B26-B35B-321A-F8F6-AC2BBF011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7AD705-8FF9-5990-81FA-E0E139C22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180D4A-6EC8-AC2C-165F-8CB1B4E90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AA14EC-54EC-4EB5-B40B-CBB05E7C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56B10-D0ED-4127-85AB-03B5405A13FB}" type="datetime1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532A3C-EE24-6023-9E91-7A228A47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54E412-90FB-B12E-F7F3-39EA48F3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22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79B08-7C29-357E-2C88-56850DF0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E72FE-C40D-6CCA-E55C-5C145852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42CF-311C-4D0E-84D7-06065792C7DD}" type="datetime1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6CEADA-8D73-0A76-F6E2-C5306438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2219D5-2048-C832-BB21-8BD65A86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56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9E2853-9C39-ACF5-FE79-2531AA50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A3E0-276C-4097-BC5A-51321D6A2D81}" type="datetime1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375221-E59A-2A94-96C7-7514AB94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86B9A9-BA17-9EAE-DDAD-4DC3D96A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7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E766B-4DD3-34AA-CF6B-40459D75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072F4-C28B-9467-220B-95609CA0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E790C5-6A17-CF36-2CA7-69D7DCA45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304786-26E7-A0A0-1DE1-AB0C9E12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977A-9E26-4EC2-ADF7-17007499E03E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953E8A-FF6D-E92A-441C-B5A9AC13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057C3D-D7BB-E069-8EF7-C3BE1D0B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97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E65ED-38AE-93C1-1992-EF9192DA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1E9B70-C7BF-95A7-9512-6E6060E7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749B92-3E1C-5C04-B7DF-9C65A9B81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2E6E2-543C-F8A4-9BC2-8EFA19F9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D3439-D5E2-4692-B8D5-C71AB079FC6E}" type="datetime1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C6C466-80F4-D7AA-B2F3-3782CD7C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979730-A7E9-EB25-049A-A5D21857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48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EBFD4-2EA4-7392-B798-31D6DC3F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4B4BCB-BE49-FECA-659F-FECB6D0FB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EF2B45-F158-F653-F706-43C44859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6E26-4475-472E-8A4C-AF75C7371E48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B70ABF-6EF9-1914-6E82-3D07A39AD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7A0AD-FAA9-4CBB-766E-AD306C55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07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C3C3D8-1060-3E49-A443-95C7DF259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B47937-D84B-9E84-01B2-884ADA1BC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8BBF6B-F5D4-74FA-7CEC-7FCA308F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E156-273A-45E3-A4BE-736630527458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ACBD1-19DA-C202-C4F0-B3EFAA92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B3276-1015-4762-1D7A-9176A1EE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45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89766-00ED-247B-535F-C1237521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CDF3B-5702-989C-C68B-AFD1D7C1C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4BF2AB-924F-28AC-7C76-75CFA2F3C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11FFE-D308-49CC-A389-0562365F1112}" type="datetime1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A9E061-7919-CDD6-C6AB-41D8351F9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23ADCC-7A6E-A2F3-011F-45BE8CE5F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0811F-3D40-451A-B329-74B368BAAB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46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slideLayout" Target="../slideLayouts/slideLayout8.xml"/><Relationship Id="rId7" Type="http://schemas.openxmlformats.org/officeDocument/2006/relationships/diagramLayout" Target="../diagrams/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diagramData" Target="../diagrams/data3.xml"/><Relationship Id="rId5" Type="http://schemas.openxmlformats.org/officeDocument/2006/relationships/image" Target="../media/image3.png"/><Relationship Id="rId10" Type="http://schemas.microsoft.com/office/2007/relationships/diagramDrawing" Target="../diagrams/drawing3.xml"/><Relationship Id="rId4" Type="http://schemas.openxmlformats.org/officeDocument/2006/relationships/notesSlide" Target="../notesSlides/notesSlide2.xml"/><Relationship Id="rId9" Type="http://schemas.openxmlformats.org/officeDocument/2006/relationships/diagramColors" Target="../diagrams/colors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2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E482-5E54-788D-0AC3-9F519A39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ru-RU" sz="3700">
                <a:solidFill>
                  <a:srgbClr val="FFFFFF"/>
                </a:solidFill>
              </a:rPr>
              <a:t>Разработка системы </a:t>
            </a:r>
            <a:r>
              <a:rPr lang="ru-RU" sz="3700" dirty="0">
                <a:solidFill>
                  <a:srgbClr val="FFFFFF"/>
                </a:solidFill>
              </a:rPr>
              <a:t>предиктивного обслуживания узлов робота-паллетизатора на участке розлива продукции.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B138F1-413E-EFD5-38CA-CF6CB9623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ru-RU" sz="7200" dirty="0">
                <a:solidFill>
                  <a:srgbClr val="FFFFFF"/>
                </a:solidFill>
              </a:rPr>
              <a:t>Миронов Е.М. группа РК9-73Б</a:t>
            </a:r>
          </a:p>
          <a:p>
            <a:pPr algn="l"/>
            <a:r>
              <a:rPr lang="ru-RU" sz="7200" dirty="0">
                <a:solidFill>
                  <a:srgbClr val="FFFFFF"/>
                </a:solidFill>
              </a:rPr>
              <a:t>Научный руководитель – Сащенко Д.В.</a:t>
            </a:r>
          </a:p>
          <a:p>
            <a:pPr algn="l"/>
            <a:endParaRPr lang="ru-RU" sz="7200" dirty="0">
              <a:solidFill>
                <a:srgbClr val="FFFFFF"/>
              </a:solidFill>
            </a:endParaRPr>
          </a:p>
          <a:p>
            <a:pPr algn="r"/>
            <a:r>
              <a:rPr lang="ru-RU" sz="7200" dirty="0">
                <a:solidFill>
                  <a:srgbClr val="FFFFFF"/>
                </a:solidFill>
              </a:rPr>
              <a:t>2025</a:t>
            </a:r>
          </a:p>
          <a:p>
            <a:pPr algn="l"/>
            <a:endParaRPr lang="ru-RU" sz="600" dirty="0">
              <a:solidFill>
                <a:srgbClr val="FFFFFF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6C1B01-61B2-88DC-D14A-B395E81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8090" y="6356350"/>
            <a:ext cx="2743200" cy="365125"/>
          </a:xfrm>
        </p:spPr>
        <p:txBody>
          <a:bodyPr/>
          <a:lstStyle/>
          <a:p>
            <a:fld id="{70E0811F-3D40-451A-B329-74B368BAAB2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17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CE2C1-F6F0-5B93-CE79-804D02AF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 dirty="0">
                <a:solidFill>
                  <a:srgbClr val="FFFFFF"/>
                </a:solidFill>
              </a:rPr>
              <a:t>Актуальность</a:t>
            </a:r>
          </a:p>
        </p:txBody>
      </p:sp>
      <p:graphicFrame>
        <p:nvGraphicFramePr>
          <p:cNvPr id="25" name="Объект 2">
            <a:extLst>
              <a:ext uri="{FF2B5EF4-FFF2-40B4-BE49-F238E27FC236}">
                <a16:creationId xmlns:a16="http://schemas.microsoft.com/office/drawing/2014/main" id="{F8DC861A-1B32-974A-7CE0-40F3CA618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1790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E813C11-A86A-87F0-97CF-FFFEA8B2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40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78984-89D4-C83B-69B2-FD077475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Цели и задачи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36BC2A-6DA4-1703-F89C-6A87E01C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ru-RU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ru-RU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9" name="Объект 2">
            <a:extLst>
              <a:ext uri="{FF2B5EF4-FFF2-40B4-BE49-F238E27FC236}">
                <a16:creationId xmlns:a16="http://schemas.microsoft.com/office/drawing/2014/main" id="{81053DDA-0CE6-E765-5CF3-64BE9FD232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5194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052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20AE0-9E9A-1907-444A-8295B25F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Производственная линия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340DD5-05A5-D13B-7E06-FBD955DB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ru-RU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ru-RU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План, диаграмма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EF6DDC8-42FA-CC3A-6A4B-7D1C2C820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949" y="1590741"/>
            <a:ext cx="8220097" cy="526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9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48643-93B8-4B8B-40EE-121077DB3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Участок паллетизации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ACBA3A-9AB2-90FF-6AE1-CEE3F791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ru-RU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ru-RU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Объект 4" descr="Изображение выглядит как зарисовка, диаграмма, рисунок, План">
            <a:extLst>
              <a:ext uri="{FF2B5EF4-FFF2-40B4-BE49-F238E27FC236}">
                <a16:creationId xmlns:a16="http://schemas.microsoft.com/office/drawing/2014/main" id="{27BD0F81-EBE3-7463-232F-F9FACBF55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593" y="1594087"/>
            <a:ext cx="7848810" cy="52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0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8" name="Rectangle 10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0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0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0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reeform: Shape 10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3" name="Rectangle 11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FD207-A809-1D31-8998-F4C14D2D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Объект исследования</a:t>
            </a:r>
          </a:p>
        </p:txBody>
      </p:sp>
      <p:pic>
        <p:nvPicPr>
          <p:cNvPr id="4" name="document_5343762524015725283" descr="Изображение выглядит как промышленность, инжиниринг, машина, стальной&#10;&#10;Содержимое, созданное искусственным интеллектом, может быть неверным.">
            <a:hlinkClick r:id="" action="ppaction://media"/>
            <a:extLst>
              <a:ext uri="{FF2B5EF4-FFF2-40B4-BE49-F238E27FC236}">
                <a16:creationId xmlns:a16="http://schemas.microsoft.com/office/drawing/2014/main" id="{8C3752C2-0AF4-943D-817C-949B0669AD0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464299" y="1968500"/>
            <a:ext cx="5659909" cy="3098800"/>
          </a:xfrm>
          <a:prstGeom prst="rect">
            <a:avLst/>
          </a:prstGeom>
        </p:spPr>
      </p:pic>
      <p:graphicFrame>
        <p:nvGraphicFramePr>
          <p:cNvPr id="154" name="Текст 4">
            <a:extLst>
              <a:ext uri="{FF2B5EF4-FFF2-40B4-BE49-F238E27FC236}">
                <a16:creationId xmlns:a16="http://schemas.microsoft.com/office/drawing/2014/main" id="{442F7E2D-06A7-0F12-27A7-3CD0209F6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3401889"/>
              </p:ext>
            </p:extLst>
          </p:nvPr>
        </p:nvGraphicFramePr>
        <p:xfrm>
          <a:off x="4037827" y="649480"/>
          <a:ext cx="269317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D44B34C-A631-5C0C-D8CE-ADAF09B4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5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5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0D7F8-AA65-C7EA-58A6-4FCBB7BD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Концепция </a:t>
            </a:r>
            <a:r>
              <a:rPr lang="en-US" sz="4000">
                <a:solidFill>
                  <a:srgbClr val="FFFFFF"/>
                </a:solidFill>
              </a:rPr>
              <a:t>PdM</a:t>
            </a:r>
            <a:endParaRPr lang="ru-RU" sz="4000">
              <a:solidFill>
                <a:srgbClr val="FFFFFF"/>
              </a:solidFill>
            </a:endParaRPr>
          </a:p>
        </p:txBody>
      </p:sp>
      <p:graphicFrame>
        <p:nvGraphicFramePr>
          <p:cNvPr id="53" name="Объект 3">
            <a:extLst>
              <a:ext uri="{FF2B5EF4-FFF2-40B4-BE49-F238E27FC236}">
                <a16:creationId xmlns:a16="http://schemas.microsoft.com/office/drawing/2014/main" id="{F4105351-4D6D-104D-A173-FAE347699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28523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874B45-1063-43AD-CFDA-D92EBD91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78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27A7-D7EB-A17A-D4E7-2BEC2774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Архитектура ПАК</a:t>
            </a:r>
          </a:p>
        </p:txBody>
      </p:sp>
      <p:pic>
        <p:nvPicPr>
          <p:cNvPr id="4" name="Рисунок 3" descr="Изображение выглядит как текст, снимок экрана, Шрифт, линия">
            <a:extLst>
              <a:ext uri="{FF2B5EF4-FFF2-40B4-BE49-F238E27FC236}">
                <a16:creationId xmlns:a16="http://schemas.microsoft.com/office/drawing/2014/main" id="{C9F100C2-62DF-F590-B5E4-00EDE244E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025980"/>
            <a:ext cx="11327549" cy="4332786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E6FFA12-CA69-6B91-54E6-C516FF0F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547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BD045-EF25-93E3-DE31-BC614D74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Алгоритм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RUL</a:t>
            </a:r>
          </a:p>
        </p:txBody>
      </p:sp>
      <p:pic>
        <p:nvPicPr>
          <p:cNvPr id="6" name="Рисунок 5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054C81-DB40-5F77-61D2-3C538BFA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251" y="467208"/>
            <a:ext cx="7180101" cy="592358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BE54A7F-80B5-3F9B-ACEA-59E95D31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35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7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C2C95-4A22-48E8-57DF-65A8A714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/>
              <a:t>Надёжность</a:t>
            </a:r>
            <a:r>
              <a:rPr lang="en-US" sz="4000" dirty="0"/>
              <a:t> </a:t>
            </a:r>
            <a:r>
              <a:rPr lang="en-US" sz="4000" dirty="0" err="1"/>
              <a:t>системы</a:t>
            </a:r>
            <a:endParaRPr lang="en-US" sz="4000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F8EDDA59-4BD0-5CA7-F902-B1415B162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6396" y="2277036"/>
            <a:ext cx="5814239" cy="34611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/>
              <a:t>Узлы</a:t>
            </a:r>
            <a:r>
              <a:rPr lang="en-US" sz="2000" dirty="0"/>
              <a:t> J1-J6 </a:t>
            </a:r>
            <a:r>
              <a:rPr lang="en-US" sz="2000" dirty="0" err="1"/>
              <a:t>независимы</a:t>
            </a:r>
            <a:endParaRPr lang="en-US" sz="2000" dirty="0"/>
          </a:p>
          <a:p>
            <a:r>
              <a:rPr lang="en-US" sz="2000" dirty="0" err="1"/>
              <a:t>Расчёт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годовом</a:t>
            </a:r>
            <a:r>
              <a:rPr lang="en-US" sz="2000" dirty="0"/>
              <a:t> </a:t>
            </a:r>
            <a:r>
              <a:rPr lang="en-US" sz="2000" dirty="0" err="1"/>
              <a:t>интервале</a:t>
            </a:r>
            <a:r>
              <a:rPr lang="en-US" sz="2000" dirty="0"/>
              <a:t> </a:t>
            </a:r>
            <a:r>
              <a:rPr lang="en-US" sz="2000" dirty="0" err="1"/>
              <a:t>эксплуатации</a:t>
            </a:r>
            <a:endParaRPr lang="en-US" sz="2000" dirty="0"/>
          </a:p>
          <a:p>
            <a:r>
              <a:rPr lang="ru-RU" sz="2000" dirty="0"/>
              <a:t>Критерии надёжности</a:t>
            </a:r>
            <a:r>
              <a:rPr lang="en-US" sz="2000" dirty="0"/>
              <a:t>:</a:t>
            </a:r>
            <a:endParaRPr lang="ru-RU" sz="2000" dirty="0"/>
          </a:p>
          <a:p>
            <a:pPr lvl="1"/>
            <a:r>
              <a:rPr lang="ru-RU" sz="1600" dirty="0"/>
              <a:t>Вероятность безотказной работы не менее 95</a:t>
            </a:r>
            <a:r>
              <a:rPr lang="en-US" sz="1600" dirty="0"/>
              <a:t>%</a:t>
            </a:r>
          </a:p>
          <a:p>
            <a:pPr lvl="1"/>
            <a:r>
              <a:rPr lang="ru-RU" sz="1600" dirty="0"/>
              <a:t>Среднее время наработки на отказ не менее 40000ч</a:t>
            </a:r>
          </a:p>
        </p:txBody>
      </p:sp>
      <p:pic>
        <p:nvPicPr>
          <p:cNvPr id="23" name="Объект 22" descr="Изображение выглядит как Шрифт, белый, текс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A8233A-DB23-2BFE-6589-3BBE29534F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66" y="1220492"/>
            <a:ext cx="3712869" cy="1367898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Шрифт, белый, символ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5ED2BB-5250-12F1-B4EC-DA4CCB84F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410" y="3802962"/>
            <a:ext cx="3712869" cy="1388986"/>
          </a:xfrm>
          <a:prstGeom prst="rect">
            <a:avLst/>
          </a:prstGeom>
        </p:spPr>
      </p:pic>
      <p:sp>
        <p:nvSpPr>
          <p:cNvPr id="36" name="Rectangle 29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19575E-EF32-587A-0080-E09E887B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58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B17F5-A133-39D3-0E2A-852420A1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Надёжность системы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0E0CAC2-E797-CC99-8EA4-8E7DF7268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2000"/>
              <a:t>Результаты расчёта надёжности:</a:t>
            </a:r>
          </a:p>
          <a:p>
            <a:r>
              <a:rPr lang="en-US" sz="2000"/>
              <a:t>Обслуживание по регламенту: P(t) = 93.5%</a:t>
            </a:r>
          </a:p>
          <a:p>
            <a:r>
              <a:rPr lang="en-US" sz="2000"/>
              <a:t>Обслуживание после внедрения PdM: P(t) = 99.6%</a:t>
            </a:r>
          </a:p>
        </p:txBody>
      </p:sp>
      <p:pic>
        <p:nvPicPr>
          <p:cNvPr id="8" name="Объект 7" descr="Изображение выглядит как линия, текст, График, диаграмма">
            <a:extLst>
              <a:ext uri="{FF2B5EF4-FFF2-40B4-BE49-F238E27FC236}">
                <a16:creationId xmlns:a16="http://schemas.microsoft.com/office/drawing/2014/main" id="{A8C2C11C-A1AD-80EA-2375-D910E1F58C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442" y="1245733"/>
            <a:ext cx="5201023" cy="39527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13F7AFC-0380-28BE-11AC-22C98C7E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692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26595-48C1-B7F2-CAC9-952D823C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Экономическая оценка</a:t>
            </a:r>
          </a:p>
        </p:txBody>
      </p:sp>
      <p:graphicFrame>
        <p:nvGraphicFramePr>
          <p:cNvPr id="12" name="Объект 4">
            <a:extLst>
              <a:ext uri="{FF2B5EF4-FFF2-40B4-BE49-F238E27FC236}">
                <a16:creationId xmlns:a16="http://schemas.microsoft.com/office/drawing/2014/main" id="{FD840AF4-560D-C9F6-7610-6F3913A4D61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0593172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Объект 5">
            <a:extLst>
              <a:ext uri="{FF2B5EF4-FFF2-40B4-BE49-F238E27FC236}">
                <a16:creationId xmlns:a16="http://schemas.microsoft.com/office/drawing/2014/main" id="{95E6558A-5EE2-140F-3A1D-96DB075FB9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Ожидаемые потери при отказе</a:t>
            </a:r>
          </a:p>
          <a:p>
            <a:endParaRPr lang="ru-RU" dirty="0"/>
          </a:p>
          <a:p>
            <a:r>
              <a:rPr lang="ru-RU" dirty="0"/>
              <a:t>Экономический эффект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5755CC-0EE9-6746-F248-83EB134D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0811F-3D40-451A-B329-74B368BAAB2F}" type="slidenum">
              <a:rPr lang="ru-RU" smtClean="0"/>
              <a:t>12</a:t>
            </a:fld>
            <a:endParaRPr lang="ru-RU"/>
          </a:p>
        </p:txBody>
      </p:sp>
      <p:pic>
        <p:nvPicPr>
          <p:cNvPr id="8" name="Рисунок 7" descr="Изображение выглядит как Шрифт, текст, белый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DC44E3-C5C7-6857-D42A-F67F275A9D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523" y="2580703"/>
            <a:ext cx="2622154" cy="7283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3F3BC2-7A8C-178E-B067-B139EE0EC3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331" y="3699969"/>
            <a:ext cx="3578538" cy="72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31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1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76E58-11BA-9C15-E693-ADC83884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Экономическая оценка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4570D1-B9C0-92E6-751B-B27CE5530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/>
              <a:t>Результаты</a:t>
            </a:r>
            <a:r>
              <a:rPr lang="en-US" sz="2000" dirty="0"/>
              <a:t>:</a:t>
            </a:r>
          </a:p>
          <a:p>
            <a:pPr lvl="1"/>
            <a:r>
              <a:rPr lang="en-US" sz="2000" dirty="0" err="1"/>
              <a:t>PdM</a:t>
            </a:r>
            <a:r>
              <a:rPr lang="en-US" sz="2000" dirty="0"/>
              <a:t> </a:t>
            </a:r>
            <a:r>
              <a:rPr lang="en-US" sz="2000" dirty="0" err="1"/>
              <a:t>снижает</a:t>
            </a:r>
            <a:r>
              <a:rPr lang="en-US" sz="2000" dirty="0"/>
              <a:t> </a:t>
            </a:r>
            <a:r>
              <a:rPr lang="en-US" sz="2000" dirty="0" err="1"/>
              <a:t>ожидаемые</a:t>
            </a:r>
            <a:r>
              <a:rPr lang="en-US" sz="2000" dirty="0"/>
              <a:t> </a:t>
            </a:r>
            <a:r>
              <a:rPr lang="en-US" sz="2000" dirty="0" err="1"/>
              <a:t>потери</a:t>
            </a:r>
            <a:r>
              <a:rPr lang="en-US" sz="2000" dirty="0"/>
              <a:t> </a:t>
            </a:r>
            <a:r>
              <a:rPr lang="en-US" sz="2000" dirty="0" err="1"/>
              <a:t>от</a:t>
            </a:r>
            <a:r>
              <a:rPr lang="en-US" sz="2000" dirty="0"/>
              <a:t> </a:t>
            </a:r>
            <a:r>
              <a:rPr lang="en-US" sz="2000" dirty="0" err="1"/>
              <a:t>простоев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5000 </a:t>
            </a:r>
            <a:r>
              <a:rPr lang="en-US" sz="2000" dirty="0" err="1"/>
              <a:t>руб</a:t>
            </a:r>
            <a:r>
              <a:rPr lang="en-US" sz="2000" dirty="0"/>
              <a:t> </a:t>
            </a:r>
            <a:r>
              <a:rPr lang="en-US" sz="2000" dirty="0" err="1"/>
              <a:t>в</a:t>
            </a:r>
            <a:r>
              <a:rPr lang="en-US" sz="2000" dirty="0"/>
              <a:t> </a:t>
            </a:r>
            <a:r>
              <a:rPr lang="en-US" sz="2000" dirty="0" err="1"/>
              <a:t>год</a:t>
            </a:r>
            <a:r>
              <a:rPr lang="en-US" sz="2000" dirty="0"/>
              <a:t>;</a:t>
            </a:r>
          </a:p>
          <a:p>
            <a:pPr lvl="1"/>
            <a:r>
              <a:rPr lang="en-US" sz="2000" dirty="0" err="1"/>
              <a:t>Внедрение</a:t>
            </a:r>
            <a:r>
              <a:rPr lang="en-US" sz="2000" dirty="0"/>
              <a:t> </a:t>
            </a:r>
            <a:r>
              <a:rPr lang="en-US" sz="2000" dirty="0" err="1"/>
              <a:t>резервного</a:t>
            </a:r>
            <a:r>
              <a:rPr lang="en-US" sz="2000" dirty="0"/>
              <a:t> </a:t>
            </a:r>
            <a:r>
              <a:rPr lang="en-US" sz="2000" dirty="0" err="1"/>
              <a:t>робота</a:t>
            </a:r>
            <a:r>
              <a:rPr lang="en-US" sz="2000" dirty="0"/>
              <a:t> – </a:t>
            </a:r>
            <a:r>
              <a:rPr lang="en-US" sz="2000" dirty="0" err="1"/>
              <a:t>экономически</a:t>
            </a:r>
            <a:r>
              <a:rPr lang="en-US" sz="2000" dirty="0"/>
              <a:t> </a:t>
            </a:r>
            <a:r>
              <a:rPr lang="en-US" sz="2000" dirty="0" err="1"/>
              <a:t>нецелесообразно</a:t>
            </a:r>
            <a:r>
              <a:rPr lang="en-US" sz="2000" dirty="0"/>
              <a:t> </a:t>
            </a:r>
            <a:r>
              <a:rPr lang="en-US" sz="2000" dirty="0" err="1"/>
              <a:t>ввиду</a:t>
            </a:r>
            <a:r>
              <a:rPr lang="en-US" sz="2000" dirty="0"/>
              <a:t> </a:t>
            </a:r>
            <a:r>
              <a:rPr lang="en-US" sz="2000" dirty="0" err="1"/>
              <a:t>долгой</a:t>
            </a:r>
            <a:r>
              <a:rPr lang="en-US" sz="2000" dirty="0"/>
              <a:t> </a:t>
            </a:r>
            <a:r>
              <a:rPr lang="en-US" sz="2000" dirty="0" err="1"/>
              <a:t>окупаемости</a:t>
            </a:r>
            <a:r>
              <a:rPr lang="en-US" sz="2000" dirty="0"/>
              <a:t>.</a:t>
            </a:r>
          </a:p>
        </p:txBody>
      </p:sp>
      <p:pic>
        <p:nvPicPr>
          <p:cNvPr id="44" name="Graphic 8" descr="Bar Graph with Downward Trend">
            <a:extLst>
              <a:ext uri="{FF2B5EF4-FFF2-40B4-BE49-F238E27FC236}">
                <a16:creationId xmlns:a16="http://schemas.microsoft.com/office/drawing/2014/main" id="{117B54BB-3ADF-9571-EF2F-3DD6B32EF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2442" y="621610"/>
            <a:ext cx="5201023" cy="5201023"/>
          </a:xfrm>
          <a:prstGeom prst="rect">
            <a:avLst/>
          </a:prstGeom>
        </p:spPr>
      </p:pic>
      <p:sp>
        <p:nvSpPr>
          <p:cNvPr id="45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24158B-653A-2689-DEE3-47062E90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032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DACE4-ABA5-B7CA-D077-4654152B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C9E113-EFEF-72AA-E6D1-6EE03FDEF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PdM повышает надёжность узлов примерно на 5% в сравнении с обслуживанием по регламенту;</a:t>
            </a:r>
          </a:p>
          <a:p>
            <a:r>
              <a:rPr lang="en-US" sz="2000"/>
              <a:t> Достигается надёжность узлов более 95%;</a:t>
            </a:r>
          </a:p>
          <a:p>
            <a:r>
              <a:rPr lang="en-US" sz="2000"/>
              <a:t>Решение экономически целесообразно.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86DB13-8AF1-149E-A00B-DC57A49B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942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15939-E71F-68FD-F7F8-5942F72D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525A21-9F44-77FB-7CC5-3034A734E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E0811F-3D40-451A-B329-74B368BAAB2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476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253</Words>
  <Application>Microsoft Macintosh PowerPoint</Application>
  <PresentationFormat>Широкоэкранный</PresentationFormat>
  <Paragraphs>75</Paragraphs>
  <Slides>15</Slides>
  <Notes>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Тема Office</vt:lpstr>
      <vt:lpstr>Разработка системы предиктивного обслуживания узлов робота-паллетизатора на участке розлива продукции.</vt:lpstr>
      <vt:lpstr>Актуальность</vt:lpstr>
      <vt:lpstr>Цели и задачи</vt:lpstr>
      <vt:lpstr>Производственная линия</vt:lpstr>
      <vt:lpstr>Участок паллетизации</vt:lpstr>
      <vt:lpstr>Объект исследования</vt:lpstr>
      <vt:lpstr>Концепция PdM</vt:lpstr>
      <vt:lpstr>Архитектура ПАК</vt:lpstr>
      <vt:lpstr>Алгоритм RUL</vt:lpstr>
      <vt:lpstr>Надёжность системы</vt:lpstr>
      <vt:lpstr>Надёжность системы</vt:lpstr>
      <vt:lpstr>Экономическая оценка</vt:lpstr>
      <vt:lpstr>Экономическая оценка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миронов</dc:creator>
  <cp:lastModifiedBy>егор миронов</cp:lastModifiedBy>
  <cp:revision>1</cp:revision>
  <dcterms:created xsi:type="dcterms:W3CDTF">2025-12-19T04:12:21Z</dcterms:created>
  <dcterms:modified xsi:type="dcterms:W3CDTF">2025-12-25T12:21:27Z</dcterms:modified>
</cp:coreProperties>
</file>