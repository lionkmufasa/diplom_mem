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6" r:id="rId4"/>
    <p:sldId id="268" r:id="rId5"/>
    <p:sldId id="269" r:id="rId6"/>
    <p:sldId id="259" r:id="rId7"/>
    <p:sldId id="260" r:id="rId8"/>
    <p:sldId id="262" r:id="rId9"/>
    <p:sldId id="261" r:id="rId10"/>
    <p:sldId id="270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9" autoAdjust="0"/>
    <p:restoredTop sz="94694"/>
  </p:normalViewPr>
  <p:slideViewPr>
    <p:cSldViewPr snapToGrid="0">
      <p:cViewPr varScale="1">
        <p:scale>
          <a:sx n="150" d="100"/>
          <a:sy n="150" d="100"/>
        </p:scale>
        <p:origin x="3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9A7823-3843-4F72-A0D9-DF668897CAE7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81A53D9-4E22-496F-BFDA-9E748C01BAB2}">
      <dgm:prSet/>
      <dgm:spPr/>
      <dgm:t>
        <a:bodyPr/>
        <a:lstStyle/>
        <a:p>
          <a:r>
            <a:rPr lang="ru-RU" dirty="0"/>
            <a:t>Высокая стоимость простоев оборудования</a:t>
          </a:r>
          <a:endParaRPr lang="en-US" dirty="0"/>
        </a:p>
      </dgm:t>
    </dgm:pt>
    <dgm:pt modelId="{83BE5721-7C7C-42A9-A8A2-9F093F0D70B5}" type="parTrans" cxnId="{C08D0EB0-5D91-4322-BD84-6FA343BBD77D}">
      <dgm:prSet/>
      <dgm:spPr/>
      <dgm:t>
        <a:bodyPr/>
        <a:lstStyle/>
        <a:p>
          <a:endParaRPr lang="en-US"/>
        </a:p>
      </dgm:t>
    </dgm:pt>
    <dgm:pt modelId="{AABC03FF-AFCF-478D-B073-9760B8F48AF5}" type="sibTrans" cxnId="{C08D0EB0-5D91-4322-BD84-6FA343BBD77D}">
      <dgm:prSet/>
      <dgm:spPr/>
      <dgm:t>
        <a:bodyPr/>
        <a:lstStyle/>
        <a:p>
          <a:endParaRPr lang="en-US"/>
        </a:p>
      </dgm:t>
    </dgm:pt>
    <dgm:pt modelId="{2975179C-38F7-4636-9E8F-6D7F2A57B777}">
      <dgm:prSet/>
      <dgm:spPr/>
      <dgm:t>
        <a:bodyPr/>
        <a:lstStyle/>
        <a:p>
          <a:r>
            <a:rPr lang="ru-RU"/>
            <a:t>Износ узлов робота-паллетизатора</a:t>
          </a:r>
          <a:endParaRPr lang="en-US"/>
        </a:p>
      </dgm:t>
    </dgm:pt>
    <dgm:pt modelId="{EB65AA4E-82CE-44F2-84DA-55FEB1DDE370}" type="parTrans" cxnId="{2A4AEA6E-E69A-441E-B963-C58A43DD08AB}">
      <dgm:prSet/>
      <dgm:spPr/>
      <dgm:t>
        <a:bodyPr/>
        <a:lstStyle/>
        <a:p>
          <a:endParaRPr lang="en-US"/>
        </a:p>
      </dgm:t>
    </dgm:pt>
    <dgm:pt modelId="{B7E714B7-2CA9-4A83-84DB-E41BD12113E3}" type="sibTrans" cxnId="{2A4AEA6E-E69A-441E-B963-C58A43DD08AB}">
      <dgm:prSet/>
      <dgm:spPr/>
      <dgm:t>
        <a:bodyPr/>
        <a:lstStyle/>
        <a:p>
          <a:endParaRPr lang="en-US"/>
        </a:p>
      </dgm:t>
    </dgm:pt>
    <dgm:pt modelId="{E9FE7CD8-0EBF-45F7-AA08-4D68E99CA0F9}">
      <dgm:prSet/>
      <dgm:spPr/>
      <dgm:t>
        <a:bodyPr/>
        <a:lstStyle/>
        <a:p>
          <a:r>
            <a:rPr lang="ru-RU" dirty="0"/>
            <a:t>Различные ограничения регламентного ТО</a:t>
          </a:r>
          <a:endParaRPr lang="en-US" dirty="0"/>
        </a:p>
      </dgm:t>
    </dgm:pt>
    <dgm:pt modelId="{3DCC135C-078F-4808-A800-A2BF2DE2D437}" type="parTrans" cxnId="{EA753FF7-957B-447C-8248-C2E280A5F354}">
      <dgm:prSet/>
      <dgm:spPr/>
      <dgm:t>
        <a:bodyPr/>
        <a:lstStyle/>
        <a:p>
          <a:endParaRPr lang="en-US"/>
        </a:p>
      </dgm:t>
    </dgm:pt>
    <dgm:pt modelId="{E1BD6895-2F8E-455F-B119-E4C683FF3632}" type="sibTrans" cxnId="{EA753FF7-957B-447C-8248-C2E280A5F354}">
      <dgm:prSet/>
      <dgm:spPr/>
      <dgm:t>
        <a:bodyPr/>
        <a:lstStyle/>
        <a:p>
          <a:endParaRPr lang="en-US"/>
        </a:p>
      </dgm:t>
    </dgm:pt>
    <dgm:pt modelId="{35A8CA81-662C-4F7A-BEAC-9DB29504F778}" type="pres">
      <dgm:prSet presAssocID="{129A7823-3843-4F72-A0D9-DF668897CAE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AB4A061-4233-4962-9FF6-88572351E8BA}" type="pres">
      <dgm:prSet presAssocID="{781A53D9-4E22-496F-BFDA-9E748C01BAB2}" presName="hierRoot1" presStyleCnt="0"/>
      <dgm:spPr/>
    </dgm:pt>
    <dgm:pt modelId="{D2BC0A35-76D9-40A7-A64F-A3B6037156CF}" type="pres">
      <dgm:prSet presAssocID="{781A53D9-4E22-496F-BFDA-9E748C01BAB2}" presName="composite" presStyleCnt="0"/>
      <dgm:spPr/>
    </dgm:pt>
    <dgm:pt modelId="{1EFF57BA-8861-43E2-B9A3-815C5002DFC8}" type="pres">
      <dgm:prSet presAssocID="{781A53D9-4E22-496F-BFDA-9E748C01BAB2}" presName="background" presStyleLbl="node0" presStyleIdx="0" presStyleCnt="3"/>
      <dgm:spPr/>
    </dgm:pt>
    <dgm:pt modelId="{EBD18889-90E8-469C-B191-64AD584F8BB0}" type="pres">
      <dgm:prSet presAssocID="{781A53D9-4E22-496F-BFDA-9E748C01BAB2}" presName="text" presStyleLbl="fgAcc0" presStyleIdx="0" presStyleCnt="3">
        <dgm:presLayoutVars>
          <dgm:chPref val="3"/>
        </dgm:presLayoutVars>
      </dgm:prSet>
      <dgm:spPr/>
    </dgm:pt>
    <dgm:pt modelId="{7533D6FC-1CC5-4D5D-83E4-156093FF4B5A}" type="pres">
      <dgm:prSet presAssocID="{781A53D9-4E22-496F-BFDA-9E748C01BAB2}" presName="hierChild2" presStyleCnt="0"/>
      <dgm:spPr/>
    </dgm:pt>
    <dgm:pt modelId="{812580FC-C9F6-4620-96CB-9C0FF106527B}" type="pres">
      <dgm:prSet presAssocID="{2975179C-38F7-4636-9E8F-6D7F2A57B777}" presName="hierRoot1" presStyleCnt="0"/>
      <dgm:spPr/>
    </dgm:pt>
    <dgm:pt modelId="{25814473-E624-44D4-A71D-5FDEBDC5069D}" type="pres">
      <dgm:prSet presAssocID="{2975179C-38F7-4636-9E8F-6D7F2A57B777}" presName="composite" presStyleCnt="0"/>
      <dgm:spPr/>
    </dgm:pt>
    <dgm:pt modelId="{06EB1B2B-433B-40E4-8649-3FB3C2C32425}" type="pres">
      <dgm:prSet presAssocID="{2975179C-38F7-4636-9E8F-6D7F2A57B777}" presName="background" presStyleLbl="node0" presStyleIdx="1" presStyleCnt="3"/>
      <dgm:spPr/>
    </dgm:pt>
    <dgm:pt modelId="{BD330146-06F2-46D6-8532-FFBD5E5665E1}" type="pres">
      <dgm:prSet presAssocID="{2975179C-38F7-4636-9E8F-6D7F2A57B777}" presName="text" presStyleLbl="fgAcc0" presStyleIdx="1" presStyleCnt="3">
        <dgm:presLayoutVars>
          <dgm:chPref val="3"/>
        </dgm:presLayoutVars>
      </dgm:prSet>
      <dgm:spPr/>
    </dgm:pt>
    <dgm:pt modelId="{AF80CA28-31BC-43DE-939D-CC6B2FBC27D0}" type="pres">
      <dgm:prSet presAssocID="{2975179C-38F7-4636-9E8F-6D7F2A57B777}" presName="hierChild2" presStyleCnt="0"/>
      <dgm:spPr/>
    </dgm:pt>
    <dgm:pt modelId="{F48B5629-92E3-42C0-86C8-24ECD61B5AD9}" type="pres">
      <dgm:prSet presAssocID="{E9FE7CD8-0EBF-45F7-AA08-4D68E99CA0F9}" presName="hierRoot1" presStyleCnt="0"/>
      <dgm:spPr/>
    </dgm:pt>
    <dgm:pt modelId="{5469ED21-4551-475D-8763-7C220254877B}" type="pres">
      <dgm:prSet presAssocID="{E9FE7CD8-0EBF-45F7-AA08-4D68E99CA0F9}" presName="composite" presStyleCnt="0"/>
      <dgm:spPr/>
    </dgm:pt>
    <dgm:pt modelId="{44A159B9-BDEF-4BF8-A5D0-BC8249400D2F}" type="pres">
      <dgm:prSet presAssocID="{E9FE7CD8-0EBF-45F7-AA08-4D68E99CA0F9}" presName="background" presStyleLbl="node0" presStyleIdx="2" presStyleCnt="3"/>
      <dgm:spPr/>
    </dgm:pt>
    <dgm:pt modelId="{EC968375-44D9-4D05-99FA-61DB6A68E6B1}" type="pres">
      <dgm:prSet presAssocID="{E9FE7CD8-0EBF-45F7-AA08-4D68E99CA0F9}" presName="text" presStyleLbl="fgAcc0" presStyleIdx="2" presStyleCnt="3">
        <dgm:presLayoutVars>
          <dgm:chPref val="3"/>
        </dgm:presLayoutVars>
      </dgm:prSet>
      <dgm:spPr/>
    </dgm:pt>
    <dgm:pt modelId="{D0800AC0-150E-4A56-B90D-CCF033E564AC}" type="pres">
      <dgm:prSet presAssocID="{E9FE7CD8-0EBF-45F7-AA08-4D68E99CA0F9}" presName="hierChild2" presStyleCnt="0"/>
      <dgm:spPr/>
    </dgm:pt>
  </dgm:ptLst>
  <dgm:cxnLst>
    <dgm:cxn modelId="{E6AD3909-BF12-45CD-A956-D9A6DD0F9754}" type="presOf" srcId="{2975179C-38F7-4636-9E8F-6D7F2A57B777}" destId="{BD330146-06F2-46D6-8532-FFBD5E5665E1}" srcOrd="0" destOrd="0" presId="urn:microsoft.com/office/officeart/2005/8/layout/hierarchy1"/>
    <dgm:cxn modelId="{2A4AEA6E-E69A-441E-B963-C58A43DD08AB}" srcId="{129A7823-3843-4F72-A0D9-DF668897CAE7}" destId="{2975179C-38F7-4636-9E8F-6D7F2A57B777}" srcOrd="1" destOrd="0" parTransId="{EB65AA4E-82CE-44F2-84DA-55FEB1DDE370}" sibTransId="{B7E714B7-2CA9-4A83-84DB-E41BD12113E3}"/>
    <dgm:cxn modelId="{261D267D-61CA-4ADF-A76C-B41E62F52E03}" type="presOf" srcId="{E9FE7CD8-0EBF-45F7-AA08-4D68E99CA0F9}" destId="{EC968375-44D9-4D05-99FA-61DB6A68E6B1}" srcOrd="0" destOrd="0" presId="urn:microsoft.com/office/officeart/2005/8/layout/hierarchy1"/>
    <dgm:cxn modelId="{D817A1AF-889C-4925-84F9-A4B7BC8C8340}" type="presOf" srcId="{129A7823-3843-4F72-A0D9-DF668897CAE7}" destId="{35A8CA81-662C-4F7A-BEAC-9DB29504F778}" srcOrd="0" destOrd="0" presId="urn:microsoft.com/office/officeart/2005/8/layout/hierarchy1"/>
    <dgm:cxn modelId="{C08D0EB0-5D91-4322-BD84-6FA343BBD77D}" srcId="{129A7823-3843-4F72-A0D9-DF668897CAE7}" destId="{781A53D9-4E22-496F-BFDA-9E748C01BAB2}" srcOrd="0" destOrd="0" parTransId="{83BE5721-7C7C-42A9-A8A2-9F093F0D70B5}" sibTransId="{AABC03FF-AFCF-478D-B073-9760B8F48AF5}"/>
    <dgm:cxn modelId="{EA753FF7-957B-447C-8248-C2E280A5F354}" srcId="{129A7823-3843-4F72-A0D9-DF668897CAE7}" destId="{E9FE7CD8-0EBF-45F7-AA08-4D68E99CA0F9}" srcOrd="2" destOrd="0" parTransId="{3DCC135C-078F-4808-A800-A2BF2DE2D437}" sibTransId="{E1BD6895-2F8E-455F-B119-E4C683FF3632}"/>
    <dgm:cxn modelId="{69C561FC-8253-40E4-B060-649E0F549011}" type="presOf" srcId="{781A53D9-4E22-496F-BFDA-9E748C01BAB2}" destId="{EBD18889-90E8-469C-B191-64AD584F8BB0}" srcOrd="0" destOrd="0" presId="urn:microsoft.com/office/officeart/2005/8/layout/hierarchy1"/>
    <dgm:cxn modelId="{AE554EE3-7032-4F4B-B730-075B517592DA}" type="presParOf" srcId="{35A8CA81-662C-4F7A-BEAC-9DB29504F778}" destId="{1AB4A061-4233-4962-9FF6-88572351E8BA}" srcOrd="0" destOrd="0" presId="urn:microsoft.com/office/officeart/2005/8/layout/hierarchy1"/>
    <dgm:cxn modelId="{3F534A4D-35B4-4BC6-B22E-A39D9E9EEA3D}" type="presParOf" srcId="{1AB4A061-4233-4962-9FF6-88572351E8BA}" destId="{D2BC0A35-76D9-40A7-A64F-A3B6037156CF}" srcOrd="0" destOrd="0" presId="urn:microsoft.com/office/officeart/2005/8/layout/hierarchy1"/>
    <dgm:cxn modelId="{E1E407C4-2BFD-4CE6-941A-FA5D3DF98A42}" type="presParOf" srcId="{D2BC0A35-76D9-40A7-A64F-A3B6037156CF}" destId="{1EFF57BA-8861-43E2-B9A3-815C5002DFC8}" srcOrd="0" destOrd="0" presId="urn:microsoft.com/office/officeart/2005/8/layout/hierarchy1"/>
    <dgm:cxn modelId="{9D8366B2-EB7A-44CC-812B-DEF903BE19EB}" type="presParOf" srcId="{D2BC0A35-76D9-40A7-A64F-A3B6037156CF}" destId="{EBD18889-90E8-469C-B191-64AD584F8BB0}" srcOrd="1" destOrd="0" presId="urn:microsoft.com/office/officeart/2005/8/layout/hierarchy1"/>
    <dgm:cxn modelId="{4D19C3F4-A69E-4F97-9EE7-65798291515E}" type="presParOf" srcId="{1AB4A061-4233-4962-9FF6-88572351E8BA}" destId="{7533D6FC-1CC5-4D5D-83E4-156093FF4B5A}" srcOrd="1" destOrd="0" presId="urn:microsoft.com/office/officeart/2005/8/layout/hierarchy1"/>
    <dgm:cxn modelId="{C878F2BF-794E-47EF-86FE-F2912319400A}" type="presParOf" srcId="{35A8CA81-662C-4F7A-BEAC-9DB29504F778}" destId="{812580FC-C9F6-4620-96CB-9C0FF106527B}" srcOrd="1" destOrd="0" presId="urn:microsoft.com/office/officeart/2005/8/layout/hierarchy1"/>
    <dgm:cxn modelId="{00E61EBB-6703-4828-9693-869C2FE7081F}" type="presParOf" srcId="{812580FC-C9F6-4620-96CB-9C0FF106527B}" destId="{25814473-E624-44D4-A71D-5FDEBDC5069D}" srcOrd="0" destOrd="0" presId="urn:microsoft.com/office/officeart/2005/8/layout/hierarchy1"/>
    <dgm:cxn modelId="{53E7A021-E8AC-4DDD-8803-7D8A43325B44}" type="presParOf" srcId="{25814473-E624-44D4-A71D-5FDEBDC5069D}" destId="{06EB1B2B-433B-40E4-8649-3FB3C2C32425}" srcOrd="0" destOrd="0" presId="urn:microsoft.com/office/officeart/2005/8/layout/hierarchy1"/>
    <dgm:cxn modelId="{372DAF2E-088E-42E7-BCF9-6AB6060C4AE5}" type="presParOf" srcId="{25814473-E624-44D4-A71D-5FDEBDC5069D}" destId="{BD330146-06F2-46D6-8532-FFBD5E5665E1}" srcOrd="1" destOrd="0" presId="urn:microsoft.com/office/officeart/2005/8/layout/hierarchy1"/>
    <dgm:cxn modelId="{735FB99F-7809-442E-B308-26FA0DFF0CEB}" type="presParOf" srcId="{812580FC-C9F6-4620-96CB-9C0FF106527B}" destId="{AF80CA28-31BC-43DE-939D-CC6B2FBC27D0}" srcOrd="1" destOrd="0" presId="urn:microsoft.com/office/officeart/2005/8/layout/hierarchy1"/>
    <dgm:cxn modelId="{916BDE7B-71CA-4B42-B4B0-E4043CFA1764}" type="presParOf" srcId="{35A8CA81-662C-4F7A-BEAC-9DB29504F778}" destId="{F48B5629-92E3-42C0-86C8-24ECD61B5AD9}" srcOrd="2" destOrd="0" presId="urn:microsoft.com/office/officeart/2005/8/layout/hierarchy1"/>
    <dgm:cxn modelId="{C9EFE29A-A6CF-4D81-ADEC-02FFF6D9AD6C}" type="presParOf" srcId="{F48B5629-92E3-42C0-86C8-24ECD61B5AD9}" destId="{5469ED21-4551-475D-8763-7C220254877B}" srcOrd="0" destOrd="0" presId="urn:microsoft.com/office/officeart/2005/8/layout/hierarchy1"/>
    <dgm:cxn modelId="{1722A0AE-5008-4AB1-A405-A0B055FCF56C}" type="presParOf" srcId="{5469ED21-4551-475D-8763-7C220254877B}" destId="{44A159B9-BDEF-4BF8-A5D0-BC8249400D2F}" srcOrd="0" destOrd="0" presId="urn:microsoft.com/office/officeart/2005/8/layout/hierarchy1"/>
    <dgm:cxn modelId="{CFF2F9AF-660F-4E22-9ED5-B646060A04DE}" type="presParOf" srcId="{5469ED21-4551-475D-8763-7C220254877B}" destId="{EC968375-44D9-4D05-99FA-61DB6A68E6B1}" srcOrd="1" destOrd="0" presId="urn:microsoft.com/office/officeart/2005/8/layout/hierarchy1"/>
    <dgm:cxn modelId="{95A691F4-B761-4C5F-8D2B-0B58EF8DE200}" type="presParOf" srcId="{F48B5629-92E3-42C0-86C8-24ECD61B5AD9}" destId="{D0800AC0-150E-4A56-B90D-CCF033E564A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03A51C-7492-4CC2-B1D8-A6BEEEC46A7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111E4B0-7BEB-4E02-8B67-9CD2E6AB56EA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b="1"/>
            <a:t>Цель</a:t>
          </a:r>
          <a:r>
            <a:rPr lang="en-US" b="1"/>
            <a:t>: </a:t>
          </a:r>
          <a:r>
            <a:rPr lang="ru-RU"/>
            <a:t>повышение надёжности за счёт предиктивного обслуживания</a:t>
          </a:r>
          <a:r>
            <a:rPr lang="en-US"/>
            <a:t>.</a:t>
          </a:r>
        </a:p>
      </dgm:t>
    </dgm:pt>
    <dgm:pt modelId="{F2CA0215-0DA0-48B6-9D69-0D6C2048200E}" type="parTrans" cxnId="{8ACDE748-0C95-4F71-A01D-8C194EE43DFF}">
      <dgm:prSet/>
      <dgm:spPr/>
      <dgm:t>
        <a:bodyPr/>
        <a:lstStyle/>
        <a:p>
          <a:endParaRPr lang="en-US"/>
        </a:p>
      </dgm:t>
    </dgm:pt>
    <dgm:pt modelId="{1DF26CFB-957E-442D-BDB2-8CC2DCBF7DDE}" type="sibTrans" cxnId="{8ACDE748-0C95-4F71-A01D-8C194EE43DFF}">
      <dgm:prSet/>
      <dgm:spPr/>
      <dgm:t>
        <a:bodyPr/>
        <a:lstStyle/>
        <a:p>
          <a:endParaRPr lang="en-US"/>
        </a:p>
      </dgm:t>
    </dgm:pt>
    <dgm:pt modelId="{9DF53DE7-2569-4D2E-862E-C2DDFD79E6A4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b="1"/>
            <a:t>Задачи</a:t>
          </a:r>
          <a:r>
            <a:rPr lang="en-US" b="1"/>
            <a:t>:</a:t>
          </a:r>
          <a:endParaRPr lang="en-US"/>
        </a:p>
      </dgm:t>
    </dgm:pt>
    <dgm:pt modelId="{EBFAB15D-B09E-479D-9A8D-E17C42D9298B}" type="parTrans" cxnId="{815E94A6-EC12-4AA1-9E81-BF67BE559B6B}">
      <dgm:prSet/>
      <dgm:spPr/>
      <dgm:t>
        <a:bodyPr/>
        <a:lstStyle/>
        <a:p>
          <a:endParaRPr lang="en-US"/>
        </a:p>
      </dgm:t>
    </dgm:pt>
    <dgm:pt modelId="{7F2AC372-5289-46B3-93C6-396413C7297E}" type="sibTrans" cxnId="{815E94A6-EC12-4AA1-9E81-BF67BE559B6B}">
      <dgm:prSet/>
      <dgm:spPr/>
      <dgm:t>
        <a:bodyPr/>
        <a:lstStyle/>
        <a:p>
          <a:endParaRPr lang="en-US"/>
        </a:p>
      </dgm:t>
    </dgm:pt>
    <dgm:pt modelId="{65F39A90-40AB-4153-93C2-88DE343B18F8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Анализ производственного процесса паллетизации</a:t>
          </a:r>
          <a:r>
            <a:rPr lang="en-US"/>
            <a:t>;</a:t>
          </a:r>
        </a:p>
      </dgm:t>
    </dgm:pt>
    <dgm:pt modelId="{161E6760-F7D0-4037-A96F-3F740CF8839C}" type="parTrans" cxnId="{32003508-ACD2-45F3-856E-8F536FF6C32C}">
      <dgm:prSet/>
      <dgm:spPr/>
      <dgm:t>
        <a:bodyPr/>
        <a:lstStyle/>
        <a:p>
          <a:endParaRPr lang="en-US"/>
        </a:p>
      </dgm:t>
    </dgm:pt>
    <dgm:pt modelId="{573898CF-2804-4CEF-A172-962560347480}" type="sibTrans" cxnId="{32003508-ACD2-45F3-856E-8F536FF6C32C}">
      <dgm:prSet/>
      <dgm:spPr/>
      <dgm:t>
        <a:bodyPr/>
        <a:lstStyle/>
        <a:p>
          <a:endParaRPr lang="en-US"/>
        </a:p>
      </dgm:t>
    </dgm:pt>
    <dgm:pt modelId="{72FA5C53-E572-41D6-A521-40031AF52693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Разработка алгоритма прогнозирования </a:t>
          </a:r>
          <a:r>
            <a:rPr lang="en-US"/>
            <a:t>RUL;</a:t>
          </a:r>
        </a:p>
      </dgm:t>
    </dgm:pt>
    <dgm:pt modelId="{48B54504-10E3-4D26-B826-2E37C12E3669}" type="parTrans" cxnId="{B74B4015-7100-4301-9D59-663AD8001600}">
      <dgm:prSet/>
      <dgm:spPr/>
      <dgm:t>
        <a:bodyPr/>
        <a:lstStyle/>
        <a:p>
          <a:endParaRPr lang="en-US"/>
        </a:p>
      </dgm:t>
    </dgm:pt>
    <dgm:pt modelId="{43F8D60E-B06B-46E6-9C7F-FA0EEB311A62}" type="sibTrans" cxnId="{B74B4015-7100-4301-9D59-663AD8001600}">
      <dgm:prSet/>
      <dgm:spPr/>
      <dgm:t>
        <a:bodyPr/>
        <a:lstStyle/>
        <a:p>
          <a:endParaRPr lang="en-US"/>
        </a:p>
      </dgm:t>
    </dgm:pt>
    <dgm:pt modelId="{9308F733-CF92-4201-ACC2-FC93CA674651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Проектирование программно-аппаратного комплекса</a:t>
          </a:r>
          <a:r>
            <a:rPr lang="en-US"/>
            <a:t>;</a:t>
          </a:r>
        </a:p>
      </dgm:t>
    </dgm:pt>
    <dgm:pt modelId="{8017F9C7-E496-4A89-911B-70125A209D60}" type="parTrans" cxnId="{0EA4B14B-A78C-4435-891C-6F73AFB4F1D0}">
      <dgm:prSet/>
      <dgm:spPr/>
      <dgm:t>
        <a:bodyPr/>
        <a:lstStyle/>
        <a:p>
          <a:endParaRPr lang="en-US"/>
        </a:p>
      </dgm:t>
    </dgm:pt>
    <dgm:pt modelId="{F2C49E01-0B86-4D5F-A813-EA0D6F26D919}" type="sibTrans" cxnId="{0EA4B14B-A78C-4435-891C-6F73AFB4F1D0}">
      <dgm:prSet/>
      <dgm:spPr/>
      <dgm:t>
        <a:bodyPr/>
        <a:lstStyle/>
        <a:p>
          <a:endParaRPr lang="en-US"/>
        </a:p>
      </dgm:t>
    </dgm:pt>
    <dgm:pt modelId="{8A473F3F-C21B-4978-93A5-4B5745FA218D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Оценка надёжности и экономической эффективности.</a:t>
          </a:r>
          <a:endParaRPr lang="en-US"/>
        </a:p>
      </dgm:t>
    </dgm:pt>
    <dgm:pt modelId="{7930BBD0-0621-41EA-96DB-FBB588AFD8B6}" type="parTrans" cxnId="{703A9889-6DA6-47D3-87FB-12FBD8BA65DD}">
      <dgm:prSet/>
      <dgm:spPr/>
      <dgm:t>
        <a:bodyPr/>
        <a:lstStyle/>
        <a:p>
          <a:endParaRPr lang="en-US"/>
        </a:p>
      </dgm:t>
    </dgm:pt>
    <dgm:pt modelId="{EB21EF2C-D719-4ACD-9BAF-C7330B41E92F}" type="sibTrans" cxnId="{703A9889-6DA6-47D3-87FB-12FBD8BA65DD}">
      <dgm:prSet/>
      <dgm:spPr/>
      <dgm:t>
        <a:bodyPr/>
        <a:lstStyle/>
        <a:p>
          <a:endParaRPr lang="en-US"/>
        </a:p>
      </dgm:t>
    </dgm:pt>
    <dgm:pt modelId="{CE4170A8-7A11-42CF-BCCC-55D4D9249775}" type="pres">
      <dgm:prSet presAssocID="{CA03A51C-7492-4CC2-B1D8-A6BEEEC46A73}" presName="root" presStyleCnt="0">
        <dgm:presLayoutVars>
          <dgm:dir/>
          <dgm:resizeHandles val="exact"/>
        </dgm:presLayoutVars>
      </dgm:prSet>
      <dgm:spPr/>
    </dgm:pt>
    <dgm:pt modelId="{A08FDBA6-1DF9-4E3F-A0C6-2BCBF94484C8}" type="pres">
      <dgm:prSet presAssocID="{4111E4B0-7BEB-4E02-8B67-9CD2E6AB56EA}" presName="compNode" presStyleCnt="0"/>
      <dgm:spPr/>
    </dgm:pt>
    <dgm:pt modelId="{8776E8E4-86F3-4C42-8B58-89906B0C0377}" type="pres">
      <dgm:prSet presAssocID="{4111E4B0-7BEB-4E02-8B67-9CD2E6AB56EA}" presName="bgRect" presStyleLbl="bgShp" presStyleIdx="0" presStyleCnt="2"/>
      <dgm:spPr/>
    </dgm:pt>
    <dgm:pt modelId="{17887C20-1D71-4308-8939-210F7145F43E}" type="pres">
      <dgm:prSet presAssocID="{4111E4B0-7BEB-4E02-8B67-9CD2E6AB56E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Цель"/>
        </a:ext>
      </dgm:extLst>
    </dgm:pt>
    <dgm:pt modelId="{E696CDAD-F69F-49A9-881A-5A6A10C52041}" type="pres">
      <dgm:prSet presAssocID="{4111E4B0-7BEB-4E02-8B67-9CD2E6AB56EA}" presName="spaceRect" presStyleCnt="0"/>
      <dgm:spPr/>
    </dgm:pt>
    <dgm:pt modelId="{D90015CD-5EF1-416E-AB15-AE7A1DFC01A5}" type="pres">
      <dgm:prSet presAssocID="{4111E4B0-7BEB-4E02-8B67-9CD2E6AB56EA}" presName="parTx" presStyleLbl="revTx" presStyleIdx="0" presStyleCnt="3">
        <dgm:presLayoutVars>
          <dgm:chMax val="0"/>
          <dgm:chPref val="0"/>
        </dgm:presLayoutVars>
      </dgm:prSet>
      <dgm:spPr/>
    </dgm:pt>
    <dgm:pt modelId="{60036E54-2864-40D1-BB7B-396B061AF4B6}" type="pres">
      <dgm:prSet presAssocID="{1DF26CFB-957E-442D-BDB2-8CC2DCBF7DDE}" presName="sibTrans" presStyleCnt="0"/>
      <dgm:spPr/>
    </dgm:pt>
    <dgm:pt modelId="{67D22B96-683B-486A-9DED-13C64F60E838}" type="pres">
      <dgm:prSet presAssocID="{9DF53DE7-2569-4D2E-862E-C2DDFD79E6A4}" presName="compNode" presStyleCnt="0"/>
      <dgm:spPr/>
    </dgm:pt>
    <dgm:pt modelId="{7E2708D8-D265-4668-BCD6-748CFFF08295}" type="pres">
      <dgm:prSet presAssocID="{9DF53DE7-2569-4D2E-862E-C2DDFD79E6A4}" presName="bgRect" presStyleLbl="bgShp" presStyleIdx="1" presStyleCnt="2"/>
      <dgm:spPr/>
    </dgm:pt>
    <dgm:pt modelId="{F1B85226-6273-4329-8A27-C8FF41564E28}" type="pres">
      <dgm:prSet presAssocID="{9DF53DE7-2569-4D2E-862E-C2DDFD79E6A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Контрольный список"/>
        </a:ext>
      </dgm:extLst>
    </dgm:pt>
    <dgm:pt modelId="{67000EA6-3F6F-4569-8B0B-01CC760739EB}" type="pres">
      <dgm:prSet presAssocID="{9DF53DE7-2569-4D2E-862E-C2DDFD79E6A4}" presName="spaceRect" presStyleCnt="0"/>
      <dgm:spPr/>
    </dgm:pt>
    <dgm:pt modelId="{585F99CD-0CD2-4BDA-9F1C-1D9639CE60C0}" type="pres">
      <dgm:prSet presAssocID="{9DF53DE7-2569-4D2E-862E-C2DDFD79E6A4}" presName="parTx" presStyleLbl="revTx" presStyleIdx="1" presStyleCnt="3">
        <dgm:presLayoutVars>
          <dgm:chMax val="0"/>
          <dgm:chPref val="0"/>
        </dgm:presLayoutVars>
      </dgm:prSet>
      <dgm:spPr/>
    </dgm:pt>
    <dgm:pt modelId="{389BC6BE-2F21-4ABD-9066-8D2039674DF9}" type="pres">
      <dgm:prSet presAssocID="{9DF53DE7-2569-4D2E-862E-C2DDFD79E6A4}" presName="desTx" presStyleLbl="revTx" presStyleIdx="2" presStyleCnt="3">
        <dgm:presLayoutVars/>
      </dgm:prSet>
      <dgm:spPr/>
    </dgm:pt>
  </dgm:ptLst>
  <dgm:cxnLst>
    <dgm:cxn modelId="{2522E704-3955-452F-A72D-09BB2AFDC78F}" type="presOf" srcId="{65F39A90-40AB-4153-93C2-88DE343B18F8}" destId="{389BC6BE-2F21-4ABD-9066-8D2039674DF9}" srcOrd="0" destOrd="0" presId="urn:microsoft.com/office/officeart/2018/2/layout/IconVerticalSolidList"/>
    <dgm:cxn modelId="{32003508-ACD2-45F3-856E-8F536FF6C32C}" srcId="{9DF53DE7-2569-4D2E-862E-C2DDFD79E6A4}" destId="{65F39A90-40AB-4153-93C2-88DE343B18F8}" srcOrd="0" destOrd="0" parTransId="{161E6760-F7D0-4037-A96F-3F740CF8839C}" sibTransId="{573898CF-2804-4CEF-A172-962560347480}"/>
    <dgm:cxn modelId="{B74B4015-7100-4301-9D59-663AD8001600}" srcId="{9DF53DE7-2569-4D2E-862E-C2DDFD79E6A4}" destId="{72FA5C53-E572-41D6-A521-40031AF52693}" srcOrd="1" destOrd="0" parTransId="{48B54504-10E3-4D26-B826-2E37C12E3669}" sibTransId="{43F8D60E-B06B-46E6-9C7F-FA0EEB311A62}"/>
    <dgm:cxn modelId="{41E3EC2C-46AD-47D4-B847-D12CDDCBB58E}" type="presOf" srcId="{72FA5C53-E572-41D6-A521-40031AF52693}" destId="{389BC6BE-2F21-4ABD-9066-8D2039674DF9}" srcOrd="0" destOrd="1" presId="urn:microsoft.com/office/officeart/2018/2/layout/IconVerticalSolidList"/>
    <dgm:cxn modelId="{0D2CEF3E-7F8F-404E-BB0B-7D7FEDE0A3F5}" type="presOf" srcId="{4111E4B0-7BEB-4E02-8B67-9CD2E6AB56EA}" destId="{D90015CD-5EF1-416E-AB15-AE7A1DFC01A5}" srcOrd="0" destOrd="0" presId="urn:microsoft.com/office/officeart/2018/2/layout/IconVerticalSolidList"/>
    <dgm:cxn modelId="{8ACDE748-0C95-4F71-A01D-8C194EE43DFF}" srcId="{CA03A51C-7492-4CC2-B1D8-A6BEEEC46A73}" destId="{4111E4B0-7BEB-4E02-8B67-9CD2E6AB56EA}" srcOrd="0" destOrd="0" parTransId="{F2CA0215-0DA0-48B6-9D69-0D6C2048200E}" sibTransId="{1DF26CFB-957E-442D-BDB2-8CC2DCBF7DDE}"/>
    <dgm:cxn modelId="{0EA4B14B-A78C-4435-891C-6F73AFB4F1D0}" srcId="{9DF53DE7-2569-4D2E-862E-C2DDFD79E6A4}" destId="{9308F733-CF92-4201-ACC2-FC93CA674651}" srcOrd="2" destOrd="0" parTransId="{8017F9C7-E496-4A89-911B-70125A209D60}" sibTransId="{F2C49E01-0B86-4D5F-A813-EA0D6F26D919}"/>
    <dgm:cxn modelId="{9AFC006C-5B2C-47F3-983B-75D97781248D}" type="presOf" srcId="{8A473F3F-C21B-4978-93A5-4B5745FA218D}" destId="{389BC6BE-2F21-4ABD-9066-8D2039674DF9}" srcOrd="0" destOrd="3" presId="urn:microsoft.com/office/officeart/2018/2/layout/IconVerticalSolidList"/>
    <dgm:cxn modelId="{6EBB1488-C367-4E79-A47F-1FA9591EF6ED}" type="presOf" srcId="{9308F733-CF92-4201-ACC2-FC93CA674651}" destId="{389BC6BE-2F21-4ABD-9066-8D2039674DF9}" srcOrd="0" destOrd="2" presId="urn:microsoft.com/office/officeart/2018/2/layout/IconVerticalSolidList"/>
    <dgm:cxn modelId="{703A9889-6DA6-47D3-87FB-12FBD8BA65DD}" srcId="{9DF53DE7-2569-4D2E-862E-C2DDFD79E6A4}" destId="{8A473F3F-C21B-4978-93A5-4B5745FA218D}" srcOrd="3" destOrd="0" parTransId="{7930BBD0-0621-41EA-96DB-FBB588AFD8B6}" sibTransId="{EB21EF2C-D719-4ACD-9BAF-C7330B41E92F}"/>
    <dgm:cxn modelId="{815E94A6-EC12-4AA1-9E81-BF67BE559B6B}" srcId="{CA03A51C-7492-4CC2-B1D8-A6BEEEC46A73}" destId="{9DF53DE7-2569-4D2E-862E-C2DDFD79E6A4}" srcOrd="1" destOrd="0" parTransId="{EBFAB15D-B09E-479D-9A8D-E17C42D9298B}" sibTransId="{7F2AC372-5289-46B3-93C6-396413C7297E}"/>
    <dgm:cxn modelId="{412403AC-F1B7-43AC-8246-E10DAE5F3CEE}" type="presOf" srcId="{9DF53DE7-2569-4D2E-862E-C2DDFD79E6A4}" destId="{585F99CD-0CD2-4BDA-9F1C-1D9639CE60C0}" srcOrd="0" destOrd="0" presId="urn:microsoft.com/office/officeart/2018/2/layout/IconVerticalSolidList"/>
    <dgm:cxn modelId="{FD9A37B5-3C6A-4A94-B273-848EAB62C229}" type="presOf" srcId="{CA03A51C-7492-4CC2-B1D8-A6BEEEC46A73}" destId="{CE4170A8-7A11-42CF-BCCC-55D4D9249775}" srcOrd="0" destOrd="0" presId="urn:microsoft.com/office/officeart/2018/2/layout/IconVerticalSolidList"/>
    <dgm:cxn modelId="{C532D94C-0A45-48AE-820E-B0580EF1594A}" type="presParOf" srcId="{CE4170A8-7A11-42CF-BCCC-55D4D9249775}" destId="{A08FDBA6-1DF9-4E3F-A0C6-2BCBF94484C8}" srcOrd="0" destOrd="0" presId="urn:microsoft.com/office/officeart/2018/2/layout/IconVerticalSolidList"/>
    <dgm:cxn modelId="{B5767A72-4F48-4E92-9C28-6D9B3904CBB6}" type="presParOf" srcId="{A08FDBA6-1DF9-4E3F-A0C6-2BCBF94484C8}" destId="{8776E8E4-86F3-4C42-8B58-89906B0C0377}" srcOrd="0" destOrd="0" presId="urn:microsoft.com/office/officeart/2018/2/layout/IconVerticalSolidList"/>
    <dgm:cxn modelId="{9F791BA9-1A1F-45FA-9489-4C38ED2A6C3F}" type="presParOf" srcId="{A08FDBA6-1DF9-4E3F-A0C6-2BCBF94484C8}" destId="{17887C20-1D71-4308-8939-210F7145F43E}" srcOrd="1" destOrd="0" presId="urn:microsoft.com/office/officeart/2018/2/layout/IconVerticalSolidList"/>
    <dgm:cxn modelId="{F0E0CC97-A6B4-488A-A50A-3F4380633C6E}" type="presParOf" srcId="{A08FDBA6-1DF9-4E3F-A0C6-2BCBF94484C8}" destId="{E696CDAD-F69F-49A9-881A-5A6A10C52041}" srcOrd="2" destOrd="0" presId="urn:microsoft.com/office/officeart/2018/2/layout/IconVerticalSolidList"/>
    <dgm:cxn modelId="{7F5BA0DB-7851-4A31-99A5-A12D3B62148E}" type="presParOf" srcId="{A08FDBA6-1DF9-4E3F-A0C6-2BCBF94484C8}" destId="{D90015CD-5EF1-416E-AB15-AE7A1DFC01A5}" srcOrd="3" destOrd="0" presId="urn:microsoft.com/office/officeart/2018/2/layout/IconVerticalSolidList"/>
    <dgm:cxn modelId="{F5B0DE74-7223-4D02-BDFD-91D12AE82759}" type="presParOf" srcId="{CE4170A8-7A11-42CF-BCCC-55D4D9249775}" destId="{60036E54-2864-40D1-BB7B-396B061AF4B6}" srcOrd="1" destOrd="0" presId="urn:microsoft.com/office/officeart/2018/2/layout/IconVerticalSolidList"/>
    <dgm:cxn modelId="{0D1448A6-6FB1-4430-8449-91DEB0923B69}" type="presParOf" srcId="{CE4170A8-7A11-42CF-BCCC-55D4D9249775}" destId="{67D22B96-683B-486A-9DED-13C64F60E838}" srcOrd="2" destOrd="0" presId="urn:microsoft.com/office/officeart/2018/2/layout/IconVerticalSolidList"/>
    <dgm:cxn modelId="{6862B995-FEB3-4932-8ABB-C32EB411578B}" type="presParOf" srcId="{67D22B96-683B-486A-9DED-13C64F60E838}" destId="{7E2708D8-D265-4668-BCD6-748CFFF08295}" srcOrd="0" destOrd="0" presId="urn:microsoft.com/office/officeart/2018/2/layout/IconVerticalSolidList"/>
    <dgm:cxn modelId="{8AAD8C52-13A1-477F-B80F-9D46FCFDBD2D}" type="presParOf" srcId="{67D22B96-683B-486A-9DED-13C64F60E838}" destId="{F1B85226-6273-4329-8A27-C8FF41564E28}" srcOrd="1" destOrd="0" presId="urn:microsoft.com/office/officeart/2018/2/layout/IconVerticalSolidList"/>
    <dgm:cxn modelId="{57710453-02DA-46A3-9357-3F5398869C86}" type="presParOf" srcId="{67D22B96-683B-486A-9DED-13C64F60E838}" destId="{67000EA6-3F6F-4569-8B0B-01CC760739EB}" srcOrd="2" destOrd="0" presId="urn:microsoft.com/office/officeart/2018/2/layout/IconVerticalSolidList"/>
    <dgm:cxn modelId="{C55B92A4-533E-473A-84A4-CB66CD4E5F55}" type="presParOf" srcId="{67D22B96-683B-486A-9DED-13C64F60E838}" destId="{585F99CD-0CD2-4BDA-9F1C-1D9639CE60C0}" srcOrd="3" destOrd="0" presId="urn:microsoft.com/office/officeart/2018/2/layout/IconVerticalSolidList"/>
    <dgm:cxn modelId="{AA894168-F43C-4727-9777-29AC4A648439}" type="presParOf" srcId="{67D22B96-683B-486A-9DED-13C64F60E838}" destId="{389BC6BE-2F21-4ABD-9066-8D2039674DF9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A5A18D-CAAE-40E9-A227-C027301DFA5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1AB157-079A-4AE9-AC2E-E0900A098EA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Узлы робота-паллетизатора ABB IRB660-180/3.15</a:t>
          </a:r>
        </a:p>
      </dgm:t>
    </dgm:pt>
    <dgm:pt modelId="{6D32F3C7-E6B0-4CBD-B27E-53A60E49D3B9}" type="parTrans" cxnId="{31D75CCE-9C3B-4177-B3C2-8B952133623A}">
      <dgm:prSet/>
      <dgm:spPr/>
      <dgm:t>
        <a:bodyPr/>
        <a:lstStyle/>
        <a:p>
          <a:endParaRPr lang="en-US"/>
        </a:p>
      </dgm:t>
    </dgm:pt>
    <dgm:pt modelId="{533EF20D-CC6E-42C3-8648-AC6EC146B4C1}" type="sibTrans" cxnId="{31D75CCE-9C3B-4177-B3C2-8B952133623A}">
      <dgm:prSet/>
      <dgm:spPr/>
      <dgm:t>
        <a:bodyPr/>
        <a:lstStyle/>
        <a:p>
          <a:endParaRPr lang="en-US"/>
        </a:p>
      </dgm:t>
    </dgm:pt>
    <dgm:pt modelId="{3C98D187-AD04-46E5-B106-21826ABD943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Процесс паллетизации бутылок весом 63кг</a:t>
          </a:r>
        </a:p>
      </dgm:t>
    </dgm:pt>
    <dgm:pt modelId="{EC64D51E-4A2D-4E34-93C0-763E797F7C97}" type="parTrans" cxnId="{D3A74776-D519-4DFF-8CB7-CC3F92DACA03}">
      <dgm:prSet/>
      <dgm:spPr/>
      <dgm:t>
        <a:bodyPr/>
        <a:lstStyle/>
        <a:p>
          <a:endParaRPr lang="en-US"/>
        </a:p>
      </dgm:t>
    </dgm:pt>
    <dgm:pt modelId="{DF35316D-8F78-4C36-9A3C-346BBD433742}" type="sibTrans" cxnId="{D3A74776-D519-4DFF-8CB7-CC3F92DACA03}">
      <dgm:prSet/>
      <dgm:spPr/>
      <dgm:t>
        <a:bodyPr/>
        <a:lstStyle/>
        <a:p>
          <a:endParaRPr lang="en-US"/>
        </a:p>
      </dgm:t>
    </dgm:pt>
    <dgm:pt modelId="{474F64F7-658D-4E47-934E-8E572930A855}" type="pres">
      <dgm:prSet presAssocID="{49A5A18D-CAAE-40E9-A227-C027301DFA5D}" presName="root" presStyleCnt="0">
        <dgm:presLayoutVars>
          <dgm:dir/>
          <dgm:resizeHandles val="exact"/>
        </dgm:presLayoutVars>
      </dgm:prSet>
      <dgm:spPr/>
    </dgm:pt>
    <dgm:pt modelId="{E82BB33D-ADF1-496A-9E5F-831B08E66B00}" type="pres">
      <dgm:prSet presAssocID="{3B1AB157-079A-4AE9-AC2E-E0900A098EA9}" presName="compNode" presStyleCnt="0"/>
      <dgm:spPr/>
    </dgm:pt>
    <dgm:pt modelId="{FDEF4BC9-FA08-4C7A-965E-2191705BAFE5}" type="pres">
      <dgm:prSet presAssocID="{3B1AB157-079A-4AE9-AC2E-E0900A098EA9}" presName="iconBgRect" presStyleLbl="bgShp" presStyleIdx="0" presStyleCnt="2"/>
      <dgm:spPr/>
    </dgm:pt>
    <dgm:pt modelId="{3AF995BE-9845-40E0-86B0-6AA023B6FADB}" type="pres">
      <dgm:prSet presAssocID="{3B1AB157-079A-4AE9-AC2E-E0900A098EA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Механическая рука со сплошной заливкой"/>
        </a:ext>
      </dgm:extLst>
    </dgm:pt>
    <dgm:pt modelId="{63206987-5EB3-4C43-B57D-C30A39BBB795}" type="pres">
      <dgm:prSet presAssocID="{3B1AB157-079A-4AE9-AC2E-E0900A098EA9}" presName="spaceRect" presStyleCnt="0"/>
      <dgm:spPr/>
    </dgm:pt>
    <dgm:pt modelId="{FCC03D22-04A9-4D95-A258-D6470C6051A7}" type="pres">
      <dgm:prSet presAssocID="{3B1AB157-079A-4AE9-AC2E-E0900A098EA9}" presName="textRect" presStyleLbl="revTx" presStyleIdx="0" presStyleCnt="2">
        <dgm:presLayoutVars>
          <dgm:chMax val="1"/>
          <dgm:chPref val="1"/>
        </dgm:presLayoutVars>
      </dgm:prSet>
      <dgm:spPr/>
    </dgm:pt>
    <dgm:pt modelId="{65E41962-EABE-4250-9E5E-37DA2265217C}" type="pres">
      <dgm:prSet presAssocID="{533EF20D-CC6E-42C3-8648-AC6EC146B4C1}" presName="sibTrans" presStyleCnt="0"/>
      <dgm:spPr/>
    </dgm:pt>
    <dgm:pt modelId="{64058C40-D6AD-4910-8F4E-4D4C605E6941}" type="pres">
      <dgm:prSet presAssocID="{3C98D187-AD04-46E5-B106-21826ABD9438}" presName="compNode" presStyleCnt="0"/>
      <dgm:spPr/>
    </dgm:pt>
    <dgm:pt modelId="{A8147017-B698-4883-B9A4-5482CF8C137E}" type="pres">
      <dgm:prSet presAssocID="{3C98D187-AD04-46E5-B106-21826ABD9438}" presName="iconBgRect" presStyleLbl="bgShp" presStyleIdx="1" presStyleCnt="2"/>
      <dgm:spPr/>
    </dgm:pt>
    <dgm:pt modelId="{DDEA71E3-8AB0-4D22-AB7C-5DA5A2A21E0A}" type="pres">
      <dgm:prSet presAssocID="{3C98D187-AD04-46E5-B106-21826ABD943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Бутылка"/>
        </a:ext>
      </dgm:extLst>
    </dgm:pt>
    <dgm:pt modelId="{E7445F26-BDDE-441E-940A-984F9B9D1413}" type="pres">
      <dgm:prSet presAssocID="{3C98D187-AD04-46E5-B106-21826ABD9438}" presName="spaceRect" presStyleCnt="0"/>
      <dgm:spPr/>
    </dgm:pt>
    <dgm:pt modelId="{EBF9234B-F283-41BA-A49D-FA3D5CF58D41}" type="pres">
      <dgm:prSet presAssocID="{3C98D187-AD04-46E5-B106-21826ABD943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3A74776-D519-4DFF-8CB7-CC3F92DACA03}" srcId="{49A5A18D-CAAE-40E9-A227-C027301DFA5D}" destId="{3C98D187-AD04-46E5-B106-21826ABD9438}" srcOrd="1" destOrd="0" parTransId="{EC64D51E-4A2D-4E34-93C0-763E797F7C97}" sibTransId="{DF35316D-8F78-4C36-9A3C-346BBD433742}"/>
    <dgm:cxn modelId="{978D7176-45BA-426A-942C-7FEAB2A13563}" type="presOf" srcId="{49A5A18D-CAAE-40E9-A227-C027301DFA5D}" destId="{474F64F7-658D-4E47-934E-8E572930A855}" srcOrd="0" destOrd="0" presId="urn:microsoft.com/office/officeart/2018/5/layout/IconCircleLabelList"/>
    <dgm:cxn modelId="{CCE27E92-66CA-4C07-A2DD-B51C1514F48B}" type="presOf" srcId="{3B1AB157-079A-4AE9-AC2E-E0900A098EA9}" destId="{FCC03D22-04A9-4D95-A258-D6470C6051A7}" srcOrd="0" destOrd="0" presId="urn:microsoft.com/office/officeart/2018/5/layout/IconCircleLabelList"/>
    <dgm:cxn modelId="{0038CCC9-0328-4B39-A4B1-C2A91BA6ECFE}" type="presOf" srcId="{3C98D187-AD04-46E5-B106-21826ABD9438}" destId="{EBF9234B-F283-41BA-A49D-FA3D5CF58D41}" srcOrd="0" destOrd="0" presId="urn:microsoft.com/office/officeart/2018/5/layout/IconCircleLabelList"/>
    <dgm:cxn modelId="{31D75CCE-9C3B-4177-B3C2-8B952133623A}" srcId="{49A5A18D-CAAE-40E9-A227-C027301DFA5D}" destId="{3B1AB157-079A-4AE9-AC2E-E0900A098EA9}" srcOrd="0" destOrd="0" parTransId="{6D32F3C7-E6B0-4CBD-B27E-53A60E49D3B9}" sibTransId="{533EF20D-CC6E-42C3-8648-AC6EC146B4C1}"/>
    <dgm:cxn modelId="{C36DCD80-FEF5-4EBA-A41C-F9813B14A083}" type="presParOf" srcId="{474F64F7-658D-4E47-934E-8E572930A855}" destId="{E82BB33D-ADF1-496A-9E5F-831B08E66B00}" srcOrd="0" destOrd="0" presId="urn:microsoft.com/office/officeart/2018/5/layout/IconCircleLabelList"/>
    <dgm:cxn modelId="{2382B8DE-9361-45F5-B0C8-9C86A7706298}" type="presParOf" srcId="{E82BB33D-ADF1-496A-9E5F-831B08E66B00}" destId="{FDEF4BC9-FA08-4C7A-965E-2191705BAFE5}" srcOrd="0" destOrd="0" presId="urn:microsoft.com/office/officeart/2018/5/layout/IconCircleLabelList"/>
    <dgm:cxn modelId="{44D88394-87FB-47C4-8D14-5DF3D51707EC}" type="presParOf" srcId="{E82BB33D-ADF1-496A-9E5F-831B08E66B00}" destId="{3AF995BE-9845-40E0-86B0-6AA023B6FADB}" srcOrd="1" destOrd="0" presId="urn:microsoft.com/office/officeart/2018/5/layout/IconCircleLabelList"/>
    <dgm:cxn modelId="{FB1F6C03-E2DD-4184-9A3D-E146369BF871}" type="presParOf" srcId="{E82BB33D-ADF1-496A-9E5F-831B08E66B00}" destId="{63206987-5EB3-4C43-B57D-C30A39BBB795}" srcOrd="2" destOrd="0" presId="urn:microsoft.com/office/officeart/2018/5/layout/IconCircleLabelList"/>
    <dgm:cxn modelId="{FCFD7657-6D74-410B-9DCF-2181C66156CA}" type="presParOf" srcId="{E82BB33D-ADF1-496A-9E5F-831B08E66B00}" destId="{FCC03D22-04A9-4D95-A258-D6470C6051A7}" srcOrd="3" destOrd="0" presId="urn:microsoft.com/office/officeart/2018/5/layout/IconCircleLabelList"/>
    <dgm:cxn modelId="{A7E3A3E1-8296-4E46-A275-701428842CA3}" type="presParOf" srcId="{474F64F7-658D-4E47-934E-8E572930A855}" destId="{65E41962-EABE-4250-9E5E-37DA2265217C}" srcOrd="1" destOrd="0" presId="urn:microsoft.com/office/officeart/2018/5/layout/IconCircleLabelList"/>
    <dgm:cxn modelId="{D1D9846D-78B0-4BCF-AB5E-0565D61DB7C4}" type="presParOf" srcId="{474F64F7-658D-4E47-934E-8E572930A855}" destId="{64058C40-D6AD-4910-8F4E-4D4C605E6941}" srcOrd="2" destOrd="0" presId="urn:microsoft.com/office/officeart/2018/5/layout/IconCircleLabelList"/>
    <dgm:cxn modelId="{D1A1E955-124E-40BE-838C-AB82EA2A7521}" type="presParOf" srcId="{64058C40-D6AD-4910-8F4E-4D4C605E6941}" destId="{A8147017-B698-4883-B9A4-5482CF8C137E}" srcOrd="0" destOrd="0" presId="urn:microsoft.com/office/officeart/2018/5/layout/IconCircleLabelList"/>
    <dgm:cxn modelId="{F5F57454-3888-47E9-93B0-1FA8AFB11542}" type="presParOf" srcId="{64058C40-D6AD-4910-8F4E-4D4C605E6941}" destId="{DDEA71E3-8AB0-4D22-AB7C-5DA5A2A21E0A}" srcOrd="1" destOrd="0" presId="urn:microsoft.com/office/officeart/2018/5/layout/IconCircleLabelList"/>
    <dgm:cxn modelId="{5E797865-0F33-468A-BFBC-6BA117880820}" type="presParOf" srcId="{64058C40-D6AD-4910-8F4E-4D4C605E6941}" destId="{E7445F26-BDDE-441E-940A-984F9B9D1413}" srcOrd="2" destOrd="0" presId="urn:microsoft.com/office/officeart/2018/5/layout/IconCircleLabelList"/>
    <dgm:cxn modelId="{3493A6D6-F744-4712-93F7-18301B27EF0C}" type="presParOf" srcId="{64058C40-D6AD-4910-8F4E-4D4C605E6941}" destId="{EBF9234B-F283-41BA-A49D-FA3D5CF58D4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3E8794-A2F3-49F9-B5F5-A420ED81FDA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245D67-ABA8-4D39-AB2A-FA7BCCF200CE}">
      <dgm:prSet/>
      <dgm:spPr/>
      <dgm:t>
        <a:bodyPr/>
        <a:lstStyle/>
        <a:p>
          <a:r>
            <a:rPr lang="ru-RU"/>
            <a:t>Непрерывный сбор данных</a:t>
          </a:r>
          <a:r>
            <a:rPr lang="en-US"/>
            <a:t>;</a:t>
          </a:r>
        </a:p>
      </dgm:t>
    </dgm:pt>
    <dgm:pt modelId="{8998EC0C-3682-4B29-84F4-E07426028F23}" type="parTrans" cxnId="{D34AD98A-CF6E-4578-9A13-C917790BBDD6}">
      <dgm:prSet/>
      <dgm:spPr/>
      <dgm:t>
        <a:bodyPr/>
        <a:lstStyle/>
        <a:p>
          <a:endParaRPr lang="en-US"/>
        </a:p>
      </dgm:t>
    </dgm:pt>
    <dgm:pt modelId="{4634C0D3-E68F-41F2-929E-C75EC4485A02}" type="sibTrans" cxnId="{D34AD98A-CF6E-4578-9A13-C917790BBDD6}">
      <dgm:prSet/>
      <dgm:spPr/>
      <dgm:t>
        <a:bodyPr/>
        <a:lstStyle/>
        <a:p>
          <a:endParaRPr lang="en-US"/>
        </a:p>
      </dgm:t>
    </dgm:pt>
    <dgm:pt modelId="{400EE221-BDD7-4A52-A6F3-155B32DF99A2}">
      <dgm:prSet/>
      <dgm:spPr/>
      <dgm:t>
        <a:bodyPr/>
        <a:lstStyle/>
        <a:p>
          <a:r>
            <a:rPr lang="ru-RU"/>
            <a:t>Оценка деградации узлов</a:t>
          </a:r>
          <a:r>
            <a:rPr lang="en-US"/>
            <a:t>;</a:t>
          </a:r>
        </a:p>
      </dgm:t>
    </dgm:pt>
    <dgm:pt modelId="{3A486D69-B048-429E-8619-BD584F2DB2CD}" type="parTrans" cxnId="{28415AEE-B3E6-4863-A24F-6CE7EC493FE0}">
      <dgm:prSet/>
      <dgm:spPr/>
      <dgm:t>
        <a:bodyPr/>
        <a:lstStyle/>
        <a:p>
          <a:endParaRPr lang="en-US"/>
        </a:p>
      </dgm:t>
    </dgm:pt>
    <dgm:pt modelId="{5A52D835-86A6-4445-9775-8C4209E30321}" type="sibTrans" cxnId="{28415AEE-B3E6-4863-A24F-6CE7EC493FE0}">
      <dgm:prSet/>
      <dgm:spPr/>
      <dgm:t>
        <a:bodyPr/>
        <a:lstStyle/>
        <a:p>
          <a:endParaRPr lang="en-US"/>
        </a:p>
      </dgm:t>
    </dgm:pt>
    <dgm:pt modelId="{5C8EB715-EB73-40EB-B8AC-4FD8FDB2C893}">
      <dgm:prSet/>
      <dgm:spPr/>
      <dgm:t>
        <a:bodyPr/>
        <a:lstStyle/>
        <a:p>
          <a:r>
            <a:rPr lang="ru-RU"/>
            <a:t>Прогноз остаточного ресурса</a:t>
          </a:r>
          <a:r>
            <a:rPr lang="en-US"/>
            <a:t>(RUL);</a:t>
          </a:r>
        </a:p>
      </dgm:t>
    </dgm:pt>
    <dgm:pt modelId="{87214C89-ABA3-4153-8514-B6170D07C6D4}" type="parTrans" cxnId="{19A8E0CA-4F0B-4BB5-BFCD-FDF4D358D075}">
      <dgm:prSet/>
      <dgm:spPr/>
      <dgm:t>
        <a:bodyPr/>
        <a:lstStyle/>
        <a:p>
          <a:endParaRPr lang="en-US"/>
        </a:p>
      </dgm:t>
    </dgm:pt>
    <dgm:pt modelId="{D82A8EBB-A579-4D05-ACD2-387FD207655C}" type="sibTrans" cxnId="{19A8E0CA-4F0B-4BB5-BFCD-FDF4D358D075}">
      <dgm:prSet/>
      <dgm:spPr/>
      <dgm:t>
        <a:bodyPr/>
        <a:lstStyle/>
        <a:p>
          <a:endParaRPr lang="en-US"/>
        </a:p>
      </dgm:t>
    </dgm:pt>
    <dgm:pt modelId="{E7911F38-2BB0-4290-9B58-14D26927A761}">
      <dgm:prSet/>
      <dgm:spPr/>
      <dgm:t>
        <a:bodyPr/>
        <a:lstStyle/>
        <a:p>
          <a:r>
            <a:rPr lang="ru-RU"/>
            <a:t>Обслуживание по состоянию.</a:t>
          </a:r>
          <a:endParaRPr lang="en-US"/>
        </a:p>
      </dgm:t>
    </dgm:pt>
    <dgm:pt modelId="{0C46B35C-4198-47C2-A121-0F6663053564}" type="parTrans" cxnId="{94C36CF4-AD00-415F-8ACA-D80512513763}">
      <dgm:prSet/>
      <dgm:spPr/>
      <dgm:t>
        <a:bodyPr/>
        <a:lstStyle/>
        <a:p>
          <a:endParaRPr lang="en-US"/>
        </a:p>
      </dgm:t>
    </dgm:pt>
    <dgm:pt modelId="{4658AB49-0C9C-4AA5-8EF2-2BEE50DD3C3D}" type="sibTrans" cxnId="{94C36CF4-AD00-415F-8ACA-D80512513763}">
      <dgm:prSet/>
      <dgm:spPr/>
      <dgm:t>
        <a:bodyPr/>
        <a:lstStyle/>
        <a:p>
          <a:endParaRPr lang="en-US"/>
        </a:p>
      </dgm:t>
    </dgm:pt>
    <dgm:pt modelId="{F69A3B31-2DB9-48F8-A54A-041A52C596D0}" type="pres">
      <dgm:prSet presAssocID="{F43E8794-A2F3-49F9-B5F5-A420ED81FDA7}" presName="root" presStyleCnt="0">
        <dgm:presLayoutVars>
          <dgm:dir/>
          <dgm:resizeHandles val="exact"/>
        </dgm:presLayoutVars>
      </dgm:prSet>
      <dgm:spPr/>
    </dgm:pt>
    <dgm:pt modelId="{B64BA9AA-F605-44A9-8D10-05C646EF32D5}" type="pres">
      <dgm:prSet presAssocID="{AC245D67-ABA8-4D39-AB2A-FA7BCCF200CE}" presName="compNode" presStyleCnt="0"/>
      <dgm:spPr/>
    </dgm:pt>
    <dgm:pt modelId="{C7E53D88-CC92-4196-8349-2D592959302D}" type="pres">
      <dgm:prSet presAssocID="{AC245D67-ABA8-4D39-AB2A-FA7BCCF200C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593EA9A6-DD9B-4BD6-A9E4-8AF66C3AA8ED}" type="pres">
      <dgm:prSet presAssocID="{AC245D67-ABA8-4D39-AB2A-FA7BCCF200CE}" presName="spaceRect" presStyleCnt="0"/>
      <dgm:spPr/>
    </dgm:pt>
    <dgm:pt modelId="{30265EA3-AA37-4D5D-BD7F-F7FB04488EAE}" type="pres">
      <dgm:prSet presAssocID="{AC245D67-ABA8-4D39-AB2A-FA7BCCF200CE}" presName="textRect" presStyleLbl="revTx" presStyleIdx="0" presStyleCnt="4">
        <dgm:presLayoutVars>
          <dgm:chMax val="1"/>
          <dgm:chPref val="1"/>
        </dgm:presLayoutVars>
      </dgm:prSet>
      <dgm:spPr/>
    </dgm:pt>
    <dgm:pt modelId="{B5E22D89-8B01-4930-B63B-32B5ED98C3EB}" type="pres">
      <dgm:prSet presAssocID="{4634C0D3-E68F-41F2-929E-C75EC4485A02}" presName="sibTrans" presStyleCnt="0"/>
      <dgm:spPr/>
    </dgm:pt>
    <dgm:pt modelId="{34ED9676-37F6-4719-BBBA-2B1C2E3AC3A3}" type="pres">
      <dgm:prSet presAssocID="{400EE221-BDD7-4A52-A6F3-155B32DF99A2}" presName="compNode" presStyleCnt="0"/>
      <dgm:spPr/>
    </dgm:pt>
    <dgm:pt modelId="{46CAA18E-BCBD-4B5A-B4B9-301AFF533F6E}" type="pres">
      <dgm:prSet presAssocID="{400EE221-BDD7-4A52-A6F3-155B32DF99A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F0E8067-EB86-4937-AA9B-086BBA728887}" type="pres">
      <dgm:prSet presAssocID="{400EE221-BDD7-4A52-A6F3-155B32DF99A2}" presName="spaceRect" presStyleCnt="0"/>
      <dgm:spPr/>
    </dgm:pt>
    <dgm:pt modelId="{0E159265-045F-4B8C-9D9C-98F32DF25E2F}" type="pres">
      <dgm:prSet presAssocID="{400EE221-BDD7-4A52-A6F3-155B32DF99A2}" presName="textRect" presStyleLbl="revTx" presStyleIdx="1" presStyleCnt="4">
        <dgm:presLayoutVars>
          <dgm:chMax val="1"/>
          <dgm:chPref val="1"/>
        </dgm:presLayoutVars>
      </dgm:prSet>
      <dgm:spPr/>
    </dgm:pt>
    <dgm:pt modelId="{054EEC08-23CE-4A14-9BDC-AD5DDF7DD120}" type="pres">
      <dgm:prSet presAssocID="{5A52D835-86A6-4445-9775-8C4209E30321}" presName="sibTrans" presStyleCnt="0"/>
      <dgm:spPr/>
    </dgm:pt>
    <dgm:pt modelId="{D196720C-0865-4B25-A785-BE662CB7A184}" type="pres">
      <dgm:prSet presAssocID="{5C8EB715-EB73-40EB-B8AC-4FD8FDB2C893}" presName="compNode" presStyleCnt="0"/>
      <dgm:spPr/>
    </dgm:pt>
    <dgm:pt modelId="{79361148-B435-4C72-9F47-2EB3E1BCB5A1}" type="pres">
      <dgm:prSet presAssocID="{5C8EB715-EB73-40EB-B8AC-4FD8FDB2C8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етевая диаграмма со сплошной заливкой"/>
        </a:ext>
      </dgm:extLst>
    </dgm:pt>
    <dgm:pt modelId="{95D0B471-E130-42E1-B3F8-BB4A1CE5923F}" type="pres">
      <dgm:prSet presAssocID="{5C8EB715-EB73-40EB-B8AC-4FD8FDB2C893}" presName="spaceRect" presStyleCnt="0"/>
      <dgm:spPr/>
    </dgm:pt>
    <dgm:pt modelId="{3DD34666-34D5-44B7-A3F5-EE1F6DE8838D}" type="pres">
      <dgm:prSet presAssocID="{5C8EB715-EB73-40EB-B8AC-4FD8FDB2C893}" presName="textRect" presStyleLbl="revTx" presStyleIdx="2" presStyleCnt="4">
        <dgm:presLayoutVars>
          <dgm:chMax val="1"/>
          <dgm:chPref val="1"/>
        </dgm:presLayoutVars>
      </dgm:prSet>
      <dgm:spPr/>
    </dgm:pt>
    <dgm:pt modelId="{7E0E8DEC-C12A-401B-BC00-EE07B55E5AF8}" type="pres">
      <dgm:prSet presAssocID="{D82A8EBB-A579-4D05-ACD2-387FD207655C}" presName="sibTrans" presStyleCnt="0"/>
      <dgm:spPr/>
    </dgm:pt>
    <dgm:pt modelId="{BDFE1C76-E34C-4622-8BE8-7057FFB349A9}" type="pres">
      <dgm:prSet presAssocID="{E7911F38-2BB0-4290-9B58-14D26927A761}" presName="compNode" presStyleCnt="0"/>
      <dgm:spPr/>
    </dgm:pt>
    <dgm:pt modelId="{54EACB97-0E8C-4DE4-AA06-3938F0220DC4}" type="pres">
      <dgm:prSet presAssocID="{E7911F38-2BB0-4290-9B58-14D26927A76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4E3C7BB9-73A3-41E8-8FA3-353B2AF2AE70}" type="pres">
      <dgm:prSet presAssocID="{E7911F38-2BB0-4290-9B58-14D26927A761}" presName="spaceRect" presStyleCnt="0"/>
      <dgm:spPr/>
    </dgm:pt>
    <dgm:pt modelId="{75416EEF-8ED9-4967-9559-7B237D3D80E6}" type="pres">
      <dgm:prSet presAssocID="{E7911F38-2BB0-4290-9B58-14D26927A76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4456514-562B-4433-9D50-7663B31285C6}" type="presOf" srcId="{5C8EB715-EB73-40EB-B8AC-4FD8FDB2C893}" destId="{3DD34666-34D5-44B7-A3F5-EE1F6DE8838D}" srcOrd="0" destOrd="0" presId="urn:microsoft.com/office/officeart/2018/2/layout/IconLabelList"/>
    <dgm:cxn modelId="{E4DAF119-19C8-4CDC-ACFF-338D02073B0E}" type="presOf" srcId="{E7911F38-2BB0-4290-9B58-14D26927A761}" destId="{75416EEF-8ED9-4967-9559-7B237D3D80E6}" srcOrd="0" destOrd="0" presId="urn:microsoft.com/office/officeart/2018/2/layout/IconLabelList"/>
    <dgm:cxn modelId="{BB8BF943-A148-490A-9BB1-83F1CFA53CFC}" type="presOf" srcId="{F43E8794-A2F3-49F9-B5F5-A420ED81FDA7}" destId="{F69A3B31-2DB9-48F8-A54A-041A52C596D0}" srcOrd="0" destOrd="0" presId="urn:microsoft.com/office/officeart/2018/2/layout/IconLabelList"/>
    <dgm:cxn modelId="{D34AD98A-CF6E-4578-9A13-C917790BBDD6}" srcId="{F43E8794-A2F3-49F9-B5F5-A420ED81FDA7}" destId="{AC245D67-ABA8-4D39-AB2A-FA7BCCF200CE}" srcOrd="0" destOrd="0" parTransId="{8998EC0C-3682-4B29-84F4-E07426028F23}" sibTransId="{4634C0D3-E68F-41F2-929E-C75EC4485A02}"/>
    <dgm:cxn modelId="{19A8E0CA-4F0B-4BB5-BFCD-FDF4D358D075}" srcId="{F43E8794-A2F3-49F9-B5F5-A420ED81FDA7}" destId="{5C8EB715-EB73-40EB-B8AC-4FD8FDB2C893}" srcOrd="2" destOrd="0" parTransId="{87214C89-ABA3-4153-8514-B6170D07C6D4}" sibTransId="{D82A8EBB-A579-4D05-ACD2-387FD207655C}"/>
    <dgm:cxn modelId="{ADA96DD0-5E16-4785-8A33-1624C6A1B436}" type="presOf" srcId="{AC245D67-ABA8-4D39-AB2A-FA7BCCF200CE}" destId="{30265EA3-AA37-4D5D-BD7F-F7FB04488EAE}" srcOrd="0" destOrd="0" presId="urn:microsoft.com/office/officeart/2018/2/layout/IconLabelList"/>
    <dgm:cxn modelId="{42D80AD4-EAB3-4529-A9D3-C5E7E0E8441E}" type="presOf" srcId="{400EE221-BDD7-4A52-A6F3-155B32DF99A2}" destId="{0E159265-045F-4B8C-9D9C-98F32DF25E2F}" srcOrd="0" destOrd="0" presId="urn:microsoft.com/office/officeart/2018/2/layout/IconLabelList"/>
    <dgm:cxn modelId="{28415AEE-B3E6-4863-A24F-6CE7EC493FE0}" srcId="{F43E8794-A2F3-49F9-B5F5-A420ED81FDA7}" destId="{400EE221-BDD7-4A52-A6F3-155B32DF99A2}" srcOrd="1" destOrd="0" parTransId="{3A486D69-B048-429E-8619-BD584F2DB2CD}" sibTransId="{5A52D835-86A6-4445-9775-8C4209E30321}"/>
    <dgm:cxn modelId="{94C36CF4-AD00-415F-8ACA-D80512513763}" srcId="{F43E8794-A2F3-49F9-B5F5-A420ED81FDA7}" destId="{E7911F38-2BB0-4290-9B58-14D26927A761}" srcOrd="3" destOrd="0" parTransId="{0C46B35C-4198-47C2-A121-0F6663053564}" sibTransId="{4658AB49-0C9C-4AA5-8EF2-2BEE50DD3C3D}"/>
    <dgm:cxn modelId="{5CC93111-E022-45A2-951B-CE8641371495}" type="presParOf" srcId="{F69A3B31-2DB9-48F8-A54A-041A52C596D0}" destId="{B64BA9AA-F605-44A9-8D10-05C646EF32D5}" srcOrd="0" destOrd="0" presId="urn:microsoft.com/office/officeart/2018/2/layout/IconLabelList"/>
    <dgm:cxn modelId="{83DE2199-BC14-49CD-898A-3071C5D595D5}" type="presParOf" srcId="{B64BA9AA-F605-44A9-8D10-05C646EF32D5}" destId="{C7E53D88-CC92-4196-8349-2D592959302D}" srcOrd="0" destOrd="0" presId="urn:microsoft.com/office/officeart/2018/2/layout/IconLabelList"/>
    <dgm:cxn modelId="{0CE90C65-661C-42C2-BFED-98979588EF41}" type="presParOf" srcId="{B64BA9AA-F605-44A9-8D10-05C646EF32D5}" destId="{593EA9A6-DD9B-4BD6-A9E4-8AF66C3AA8ED}" srcOrd="1" destOrd="0" presId="urn:microsoft.com/office/officeart/2018/2/layout/IconLabelList"/>
    <dgm:cxn modelId="{31D31E83-5EA9-4E92-8ACD-040FA38D4D5F}" type="presParOf" srcId="{B64BA9AA-F605-44A9-8D10-05C646EF32D5}" destId="{30265EA3-AA37-4D5D-BD7F-F7FB04488EAE}" srcOrd="2" destOrd="0" presId="urn:microsoft.com/office/officeart/2018/2/layout/IconLabelList"/>
    <dgm:cxn modelId="{C7B2B7DF-FAF5-4F61-987D-C0076CAF5FEB}" type="presParOf" srcId="{F69A3B31-2DB9-48F8-A54A-041A52C596D0}" destId="{B5E22D89-8B01-4930-B63B-32B5ED98C3EB}" srcOrd="1" destOrd="0" presId="urn:microsoft.com/office/officeart/2018/2/layout/IconLabelList"/>
    <dgm:cxn modelId="{9F034FB7-24E8-4629-BF90-30B8AA8AE3D9}" type="presParOf" srcId="{F69A3B31-2DB9-48F8-A54A-041A52C596D0}" destId="{34ED9676-37F6-4719-BBBA-2B1C2E3AC3A3}" srcOrd="2" destOrd="0" presId="urn:microsoft.com/office/officeart/2018/2/layout/IconLabelList"/>
    <dgm:cxn modelId="{4521FA13-D613-479F-9B2B-28D44A5BC13F}" type="presParOf" srcId="{34ED9676-37F6-4719-BBBA-2B1C2E3AC3A3}" destId="{46CAA18E-BCBD-4B5A-B4B9-301AFF533F6E}" srcOrd="0" destOrd="0" presId="urn:microsoft.com/office/officeart/2018/2/layout/IconLabelList"/>
    <dgm:cxn modelId="{80A843F2-EFB8-4E87-A285-6ABD0AFEE323}" type="presParOf" srcId="{34ED9676-37F6-4719-BBBA-2B1C2E3AC3A3}" destId="{1F0E8067-EB86-4937-AA9B-086BBA728887}" srcOrd="1" destOrd="0" presId="urn:microsoft.com/office/officeart/2018/2/layout/IconLabelList"/>
    <dgm:cxn modelId="{A7A6CB9C-2CA9-422A-B9E1-0EB309869C43}" type="presParOf" srcId="{34ED9676-37F6-4719-BBBA-2B1C2E3AC3A3}" destId="{0E159265-045F-4B8C-9D9C-98F32DF25E2F}" srcOrd="2" destOrd="0" presId="urn:microsoft.com/office/officeart/2018/2/layout/IconLabelList"/>
    <dgm:cxn modelId="{8423EF4C-0618-4751-912A-237DAA2A656D}" type="presParOf" srcId="{F69A3B31-2DB9-48F8-A54A-041A52C596D0}" destId="{054EEC08-23CE-4A14-9BDC-AD5DDF7DD120}" srcOrd="3" destOrd="0" presId="urn:microsoft.com/office/officeart/2018/2/layout/IconLabelList"/>
    <dgm:cxn modelId="{CA3CB305-3509-445B-A7D1-A7B55F0003FF}" type="presParOf" srcId="{F69A3B31-2DB9-48F8-A54A-041A52C596D0}" destId="{D196720C-0865-4B25-A785-BE662CB7A184}" srcOrd="4" destOrd="0" presId="urn:microsoft.com/office/officeart/2018/2/layout/IconLabelList"/>
    <dgm:cxn modelId="{C83CB2C4-47C2-4FC2-9B66-73F304BBC1AE}" type="presParOf" srcId="{D196720C-0865-4B25-A785-BE662CB7A184}" destId="{79361148-B435-4C72-9F47-2EB3E1BCB5A1}" srcOrd="0" destOrd="0" presId="urn:microsoft.com/office/officeart/2018/2/layout/IconLabelList"/>
    <dgm:cxn modelId="{606EBF17-B9F4-4D97-A520-FFAEDA63A0D5}" type="presParOf" srcId="{D196720C-0865-4B25-A785-BE662CB7A184}" destId="{95D0B471-E130-42E1-B3F8-BB4A1CE5923F}" srcOrd="1" destOrd="0" presId="urn:microsoft.com/office/officeart/2018/2/layout/IconLabelList"/>
    <dgm:cxn modelId="{07FA0D94-28F1-421A-8BDD-691D6D4485F1}" type="presParOf" srcId="{D196720C-0865-4B25-A785-BE662CB7A184}" destId="{3DD34666-34D5-44B7-A3F5-EE1F6DE8838D}" srcOrd="2" destOrd="0" presId="urn:microsoft.com/office/officeart/2018/2/layout/IconLabelList"/>
    <dgm:cxn modelId="{06EA0B8F-4649-4AB2-8637-E14C7049C199}" type="presParOf" srcId="{F69A3B31-2DB9-48F8-A54A-041A52C596D0}" destId="{7E0E8DEC-C12A-401B-BC00-EE07B55E5AF8}" srcOrd="5" destOrd="0" presId="urn:microsoft.com/office/officeart/2018/2/layout/IconLabelList"/>
    <dgm:cxn modelId="{B937EFB1-93BD-4CCD-9C96-528F011E077D}" type="presParOf" srcId="{F69A3B31-2DB9-48F8-A54A-041A52C596D0}" destId="{BDFE1C76-E34C-4622-8BE8-7057FFB349A9}" srcOrd="6" destOrd="0" presId="urn:microsoft.com/office/officeart/2018/2/layout/IconLabelList"/>
    <dgm:cxn modelId="{741715B4-A5C4-4023-82B8-F08CB4C5ECF4}" type="presParOf" srcId="{BDFE1C76-E34C-4622-8BE8-7057FFB349A9}" destId="{54EACB97-0E8C-4DE4-AA06-3938F0220DC4}" srcOrd="0" destOrd="0" presId="urn:microsoft.com/office/officeart/2018/2/layout/IconLabelList"/>
    <dgm:cxn modelId="{C1D24E8A-4DEF-468D-AE86-18037F1A7086}" type="presParOf" srcId="{BDFE1C76-E34C-4622-8BE8-7057FFB349A9}" destId="{4E3C7BB9-73A3-41E8-8FA3-353B2AF2AE70}" srcOrd="1" destOrd="0" presId="urn:microsoft.com/office/officeart/2018/2/layout/IconLabelList"/>
    <dgm:cxn modelId="{0D526A50-5AB3-4955-A1C9-6395D6AF162B}" type="presParOf" srcId="{BDFE1C76-E34C-4622-8BE8-7057FFB349A9}" destId="{75416EEF-8ED9-4967-9559-7B237D3D80E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EC46F67-289F-4C81-8D84-84C571CE7BFC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23B4999-1639-4B15-A896-F3DA523F41DB}">
      <dgm:prSet/>
      <dgm:spPr/>
      <dgm:t>
        <a:bodyPr/>
        <a:lstStyle/>
        <a:p>
          <a:r>
            <a:rPr lang="ru-RU"/>
            <a:t>Критерии надёжности</a:t>
          </a:r>
          <a:r>
            <a:rPr lang="en-US"/>
            <a:t>:</a:t>
          </a:r>
        </a:p>
      </dgm:t>
    </dgm:pt>
    <dgm:pt modelId="{89314289-132A-411F-A0FD-850BA6523D18}" type="parTrans" cxnId="{D0763E10-A908-4517-947B-FAD7A2711FD7}">
      <dgm:prSet/>
      <dgm:spPr/>
      <dgm:t>
        <a:bodyPr/>
        <a:lstStyle/>
        <a:p>
          <a:endParaRPr lang="en-US"/>
        </a:p>
      </dgm:t>
    </dgm:pt>
    <dgm:pt modelId="{9EE6E54C-35A0-474B-A766-699979634A0C}" type="sibTrans" cxnId="{D0763E10-A908-4517-947B-FAD7A2711FD7}">
      <dgm:prSet/>
      <dgm:spPr/>
      <dgm:t>
        <a:bodyPr/>
        <a:lstStyle/>
        <a:p>
          <a:endParaRPr lang="en-US"/>
        </a:p>
      </dgm:t>
    </dgm:pt>
    <dgm:pt modelId="{1A20D847-C1CE-4F16-914B-DE421927C1FB}">
      <dgm:prSet/>
      <dgm:spPr/>
      <dgm:t>
        <a:bodyPr/>
        <a:lstStyle/>
        <a:p>
          <a:r>
            <a:rPr lang="ru-RU"/>
            <a:t>Вероятность безотказной работы не менее 95%</a:t>
          </a:r>
          <a:r>
            <a:rPr lang="en-US"/>
            <a:t>;</a:t>
          </a:r>
        </a:p>
      </dgm:t>
    </dgm:pt>
    <dgm:pt modelId="{32C6FADE-F0C6-41A8-9F11-11EB69893261}" type="parTrans" cxnId="{ECCA1168-89BB-4A78-A1A3-A79227757DE5}">
      <dgm:prSet/>
      <dgm:spPr/>
      <dgm:t>
        <a:bodyPr/>
        <a:lstStyle/>
        <a:p>
          <a:endParaRPr lang="en-US"/>
        </a:p>
      </dgm:t>
    </dgm:pt>
    <dgm:pt modelId="{59A3691A-4943-4ABF-904A-B0516E547763}" type="sibTrans" cxnId="{ECCA1168-89BB-4A78-A1A3-A79227757DE5}">
      <dgm:prSet/>
      <dgm:spPr/>
      <dgm:t>
        <a:bodyPr/>
        <a:lstStyle/>
        <a:p>
          <a:endParaRPr lang="en-US"/>
        </a:p>
      </dgm:t>
    </dgm:pt>
    <dgm:pt modelId="{17C7C48B-651C-4DAA-8E59-B192EA2E0ADC}">
      <dgm:prSet/>
      <dgm:spPr/>
      <dgm:t>
        <a:bodyPr/>
        <a:lstStyle/>
        <a:p>
          <a:r>
            <a:rPr lang="ru-RU"/>
            <a:t>Среднее время наработки на отказ не менее 40000 часов.</a:t>
          </a:r>
          <a:endParaRPr lang="en-US"/>
        </a:p>
      </dgm:t>
    </dgm:pt>
    <dgm:pt modelId="{F937DF35-1E36-451D-8CE0-64D4E36C6477}" type="parTrans" cxnId="{A25233BE-E73D-42FC-BFEC-182CE7432D41}">
      <dgm:prSet/>
      <dgm:spPr/>
      <dgm:t>
        <a:bodyPr/>
        <a:lstStyle/>
        <a:p>
          <a:endParaRPr lang="en-US"/>
        </a:p>
      </dgm:t>
    </dgm:pt>
    <dgm:pt modelId="{D3242C3F-62F8-43C3-B16B-EB29AB5F9858}" type="sibTrans" cxnId="{A25233BE-E73D-42FC-BFEC-182CE7432D41}">
      <dgm:prSet/>
      <dgm:spPr/>
      <dgm:t>
        <a:bodyPr/>
        <a:lstStyle/>
        <a:p>
          <a:endParaRPr lang="en-US"/>
        </a:p>
      </dgm:t>
    </dgm:pt>
    <dgm:pt modelId="{6072C00E-5E4D-4C89-A1D0-400E88ACED08}" type="pres">
      <dgm:prSet presAssocID="{EEC46F67-289F-4C81-8D84-84C571CE7BFC}" presName="diagram" presStyleCnt="0">
        <dgm:presLayoutVars>
          <dgm:dir/>
          <dgm:resizeHandles val="exact"/>
        </dgm:presLayoutVars>
      </dgm:prSet>
      <dgm:spPr/>
    </dgm:pt>
    <dgm:pt modelId="{4C064938-E28B-442F-88EA-F31D557D65C3}" type="pres">
      <dgm:prSet presAssocID="{723B4999-1639-4B15-A896-F3DA523F41DB}" presName="node" presStyleLbl="node1" presStyleIdx="0" presStyleCnt="1">
        <dgm:presLayoutVars>
          <dgm:bulletEnabled val="1"/>
        </dgm:presLayoutVars>
      </dgm:prSet>
      <dgm:spPr/>
    </dgm:pt>
  </dgm:ptLst>
  <dgm:cxnLst>
    <dgm:cxn modelId="{AA121308-750B-4A67-8C7C-B3F8A0193F7F}" type="presOf" srcId="{17C7C48B-651C-4DAA-8E59-B192EA2E0ADC}" destId="{4C064938-E28B-442F-88EA-F31D557D65C3}" srcOrd="0" destOrd="2" presId="urn:microsoft.com/office/officeart/2005/8/layout/process5"/>
    <dgm:cxn modelId="{D0763E10-A908-4517-947B-FAD7A2711FD7}" srcId="{EEC46F67-289F-4C81-8D84-84C571CE7BFC}" destId="{723B4999-1639-4B15-A896-F3DA523F41DB}" srcOrd="0" destOrd="0" parTransId="{89314289-132A-411F-A0FD-850BA6523D18}" sibTransId="{9EE6E54C-35A0-474B-A766-699979634A0C}"/>
    <dgm:cxn modelId="{C4A02956-2D8E-4D10-803F-67108986ECEF}" type="presOf" srcId="{1A20D847-C1CE-4F16-914B-DE421927C1FB}" destId="{4C064938-E28B-442F-88EA-F31D557D65C3}" srcOrd="0" destOrd="1" presId="urn:microsoft.com/office/officeart/2005/8/layout/process5"/>
    <dgm:cxn modelId="{ECCA1168-89BB-4A78-A1A3-A79227757DE5}" srcId="{723B4999-1639-4B15-A896-F3DA523F41DB}" destId="{1A20D847-C1CE-4F16-914B-DE421927C1FB}" srcOrd="0" destOrd="0" parTransId="{32C6FADE-F0C6-41A8-9F11-11EB69893261}" sibTransId="{59A3691A-4943-4ABF-904A-B0516E547763}"/>
    <dgm:cxn modelId="{DB720B9F-0870-4CDB-BC8E-5C57A8A01009}" type="presOf" srcId="{723B4999-1639-4B15-A896-F3DA523F41DB}" destId="{4C064938-E28B-442F-88EA-F31D557D65C3}" srcOrd="0" destOrd="0" presId="urn:microsoft.com/office/officeart/2005/8/layout/process5"/>
    <dgm:cxn modelId="{A25233BE-E73D-42FC-BFEC-182CE7432D41}" srcId="{723B4999-1639-4B15-A896-F3DA523F41DB}" destId="{17C7C48B-651C-4DAA-8E59-B192EA2E0ADC}" srcOrd="1" destOrd="0" parTransId="{F937DF35-1E36-451D-8CE0-64D4E36C6477}" sibTransId="{D3242C3F-62F8-43C3-B16B-EB29AB5F9858}"/>
    <dgm:cxn modelId="{BB358EEE-B2E8-42B0-AD16-01E76279C1F8}" type="presOf" srcId="{EEC46F67-289F-4C81-8D84-84C571CE7BFC}" destId="{6072C00E-5E4D-4C89-A1D0-400E88ACED08}" srcOrd="0" destOrd="0" presId="urn:microsoft.com/office/officeart/2005/8/layout/process5"/>
    <dgm:cxn modelId="{768898DE-3E25-4269-8607-6B869C4068FC}" type="presParOf" srcId="{6072C00E-5E4D-4C89-A1D0-400E88ACED08}" destId="{4C064938-E28B-442F-88EA-F31D557D65C3}" srcOrd="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4E1F403-3828-4070-9FAE-1D17A59952D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25A5C2-77E2-41A2-A154-FD70D222DCF6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Финансовые потери снижены</a:t>
          </a:r>
          <a:endParaRPr lang="en-US"/>
        </a:p>
      </dgm:t>
    </dgm:pt>
    <dgm:pt modelId="{152B15F2-DD7B-452C-8CED-57BEBFC75CA2}" type="parTrans" cxnId="{E811AEE9-AC25-4E43-B60C-DA2548BD0AE1}">
      <dgm:prSet/>
      <dgm:spPr/>
      <dgm:t>
        <a:bodyPr/>
        <a:lstStyle/>
        <a:p>
          <a:endParaRPr lang="en-US"/>
        </a:p>
      </dgm:t>
    </dgm:pt>
    <dgm:pt modelId="{2F799BC9-AD4E-4245-A1E1-6FC76D1F7ED1}" type="sibTrans" cxnId="{E811AEE9-AC25-4E43-B60C-DA2548BD0AE1}">
      <dgm:prSet/>
      <dgm:spPr/>
      <dgm:t>
        <a:bodyPr/>
        <a:lstStyle/>
        <a:p>
          <a:endParaRPr lang="en-US"/>
        </a:p>
      </dgm:t>
    </dgm:pt>
    <dgm:pt modelId="{BCDD8EC4-C5C4-413C-B47A-9F4EB45141E4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Эффективность производства повышена</a:t>
          </a:r>
          <a:endParaRPr lang="en-US"/>
        </a:p>
      </dgm:t>
    </dgm:pt>
    <dgm:pt modelId="{03D16FCE-9919-46D7-B597-9C23FD6BB01C}" type="parTrans" cxnId="{F6829F82-8078-4E23-8037-2F1A7CB148FD}">
      <dgm:prSet/>
      <dgm:spPr/>
      <dgm:t>
        <a:bodyPr/>
        <a:lstStyle/>
        <a:p>
          <a:endParaRPr lang="en-US"/>
        </a:p>
      </dgm:t>
    </dgm:pt>
    <dgm:pt modelId="{BB3C750D-8911-4BA7-9231-6743B4FE6F39}" type="sibTrans" cxnId="{F6829F82-8078-4E23-8037-2F1A7CB148FD}">
      <dgm:prSet/>
      <dgm:spPr/>
      <dgm:t>
        <a:bodyPr/>
        <a:lstStyle/>
        <a:p>
          <a:endParaRPr lang="en-US"/>
        </a:p>
      </dgm:t>
    </dgm:pt>
    <dgm:pt modelId="{ED3457BA-CDB7-4BF4-894E-6683A4D51879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Простои снижены</a:t>
          </a:r>
          <a:endParaRPr lang="en-US" dirty="0"/>
        </a:p>
      </dgm:t>
    </dgm:pt>
    <dgm:pt modelId="{6A7CD30D-513C-4A3F-A6D0-1F68182D31A2}" type="sibTrans" cxnId="{89C7B641-EDD4-4090-A213-961ACA82DAF1}">
      <dgm:prSet/>
      <dgm:spPr/>
      <dgm:t>
        <a:bodyPr/>
        <a:lstStyle/>
        <a:p>
          <a:endParaRPr lang="en-US"/>
        </a:p>
      </dgm:t>
    </dgm:pt>
    <dgm:pt modelId="{9C9A59CE-D2F2-4D9C-B8F3-A925A298E89E}" type="parTrans" cxnId="{89C7B641-EDD4-4090-A213-961ACA82DAF1}">
      <dgm:prSet/>
      <dgm:spPr/>
      <dgm:t>
        <a:bodyPr/>
        <a:lstStyle/>
        <a:p>
          <a:endParaRPr lang="en-US"/>
        </a:p>
      </dgm:t>
    </dgm:pt>
    <dgm:pt modelId="{ED706B66-7714-4264-9E7F-43CF820F1146}" type="pres">
      <dgm:prSet presAssocID="{24E1F403-3828-4070-9FAE-1D17A59952D6}" presName="root" presStyleCnt="0">
        <dgm:presLayoutVars>
          <dgm:dir/>
          <dgm:resizeHandles val="exact"/>
        </dgm:presLayoutVars>
      </dgm:prSet>
      <dgm:spPr/>
    </dgm:pt>
    <dgm:pt modelId="{D263A9B7-69E9-43AC-BD75-19163738DA77}" type="pres">
      <dgm:prSet presAssocID="{ED3457BA-CDB7-4BF4-894E-6683A4D51879}" presName="compNode" presStyleCnt="0"/>
      <dgm:spPr/>
    </dgm:pt>
    <dgm:pt modelId="{0F5A597D-3681-462B-9CB3-57BFCA990370}" type="pres">
      <dgm:prSet presAssocID="{ED3457BA-CDB7-4BF4-894E-6683A4D5187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Стрелка вниз со сплошной заливкой"/>
        </a:ext>
      </dgm:extLst>
    </dgm:pt>
    <dgm:pt modelId="{A4AF53DB-FEE1-4959-BF56-81102B979141}" type="pres">
      <dgm:prSet presAssocID="{ED3457BA-CDB7-4BF4-894E-6683A4D51879}" presName="spaceRect" presStyleCnt="0"/>
      <dgm:spPr/>
    </dgm:pt>
    <dgm:pt modelId="{BDC3F0CE-23CB-40ED-BC99-C273C4D6647C}" type="pres">
      <dgm:prSet presAssocID="{ED3457BA-CDB7-4BF4-894E-6683A4D51879}" presName="textRect" presStyleLbl="revTx" presStyleIdx="0" presStyleCnt="3">
        <dgm:presLayoutVars>
          <dgm:chMax val="1"/>
          <dgm:chPref val="1"/>
        </dgm:presLayoutVars>
      </dgm:prSet>
      <dgm:spPr/>
    </dgm:pt>
    <dgm:pt modelId="{DB21BEBB-08F9-420B-95FB-C73178E051B1}" type="pres">
      <dgm:prSet presAssocID="{6A7CD30D-513C-4A3F-A6D0-1F68182D31A2}" presName="sibTrans" presStyleCnt="0"/>
      <dgm:spPr/>
    </dgm:pt>
    <dgm:pt modelId="{1C3C1C71-5977-46E0-86BC-8709D460F62A}" type="pres">
      <dgm:prSet presAssocID="{4B25A5C2-77E2-41A2-A154-FD70D222DCF6}" presName="compNode" presStyleCnt="0"/>
      <dgm:spPr/>
    </dgm:pt>
    <dgm:pt modelId="{D9EF36F0-6087-4668-A8CE-B21199A5EFFF}" type="pres">
      <dgm:prSet presAssocID="{4B25A5C2-77E2-41A2-A154-FD70D222DCF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B881A3CC-76A4-4B07-88B6-837D2C10CA8F}" type="pres">
      <dgm:prSet presAssocID="{4B25A5C2-77E2-41A2-A154-FD70D222DCF6}" presName="spaceRect" presStyleCnt="0"/>
      <dgm:spPr/>
    </dgm:pt>
    <dgm:pt modelId="{997F0134-8156-41D1-A276-33ED88561113}" type="pres">
      <dgm:prSet presAssocID="{4B25A5C2-77E2-41A2-A154-FD70D222DCF6}" presName="textRect" presStyleLbl="revTx" presStyleIdx="1" presStyleCnt="3">
        <dgm:presLayoutVars>
          <dgm:chMax val="1"/>
          <dgm:chPref val="1"/>
        </dgm:presLayoutVars>
      </dgm:prSet>
      <dgm:spPr/>
    </dgm:pt>
    <dgm:pt modelId="{2F22D335-C3E4-41BB-A142-67D3A949A3C5}" type="pres">
      <dgm:prSet presAssocID="{2F799BC9-AD4E-4245-A1E1-6FC76D1F7ED1}" presName="sibTrans" presStyleCnt="0"/>
      <dgm:spPr/>
    </dgm:pt>
    <dgm:pt modelId="{DFCE84B9-4704-446D-B3DC-C8EADB8018B9}" type="pres">
      <dgm:prSet presAssocID="{BCDD8EC4-C5C4-413C-B47A-9F4EB45141E4}" presName="compNode" presStyleCnt="0"/>
      <dgm:spPr/>
    </dgm:pt>
    <dgm:pt modelId="{E7756C0A-BCE5-40FF-933D-22CFC5428410}" type="pres">
      <dgm:prSet presAssocID="{BCDD8EC4-C5C4-413C-B47A-9F4EB45141E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В яблочко"/>
        </a:ext>
      </dgm:extLst>
    </dgm:pt>
    <dgm:pt modelId="{934C2A15-96D8-4293-A360-3A6E5F5A6164}" type="pres">
      <dgm:prSet presAssocID="{BCDD8EC4-C5C4-413C-B47A-9F4EB45141E4}" presName="spaceRect" presStyleCnt="0"/>
      <dgm:spPr/>
    </dgm:pt>
    <dgm:pt modelId="{AB1F18FE-0162-44BD-84FA-48CF047EEA6A}" type="pres">
      <dgm:prSet presAssocID="{BCDD8EC4-C5C4-413C-B47A-9F4EB45141E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9C7B641-EDD4-4090-A213-961ACA82DAF1}" srcId="{24E1F403-3828-4070-9FAE-1D17A59952D6}" destId="{ED3457BA-CDB7-4BF4-894E-6683A4D51879}" srcOrd="0" destOrd="0" parTransId="{9C9A59CE-D2F2-4D9C-B8F3-A925A298E89E}" sibTransId="{6A7CD30D-513C-4A3F-A6D0-1F68182D31A2}"/>
    <dgm:cxn modelId="{22268879-D95D-4EA6-8CA7-7A55F55F3DC4}" type="presOf" srcId="{4B25A5C2-77E2-41A2-A154-FD70D222DCF6}" destId="{997F0134-8156-41D1-A276-33ED88561113}" srcOrd="0" destOrd="0" presId="urn:microsoft.com/office/officeart/2018/2/layout/IconLabelList"/>
    <dgm:cxn modelId="{F6829F82-8078-4E23-8037-2F1A7CB148FD}" srcId="{24E1F403-3828-4070-9FAE-1D17A59952D6}" destId="{BCDD8EC4-C5C4-413C-B47A-9F4EB45141E4}" srcOrd="2" destOrd="0" parTransId="{03D16FCE-9919-46D7-B597-9C23FD6BB01C}" sibTransId="{BB3C750D-8911-4BA7-9231-6743B4FE6F39}"/>
    <dgm:cxn modelId="{A87F5A92-9F9E-4739-8FA5-06EFBF8003FB}" type="presOf" srcId="{24E1F403-3828-4070-9FAE-1D17A59952D6}" destId="{ED706B66-7714-4264-9E7F-43CF820F1146}" srcOrd="0" destOrd="0" presId="urn:microsoft.com/office/officeart/2018/2/layout/IconLabelList"/>
    <dgm:cxn modelId="{295AA5BC-F660-447C-975F-E82D623A3975}" type="presOf" srcId="{BCDD8EC4-C5C4-413C-B47A-9F4EB45141E4}" destId="{AB1F18FE-0162-44BD-84FA-48CF047EEA6A}" srcOrd="0" destOrd="0" presId="urn:microsoft.com/office/officeart/2018/2/layout/IconLabelList"/>
    <dgm:cxn modelId="{E8395AE7-6571-4E17-BD38-DF290F78E5B3}" type="presOf" srcId="{ED3457BA-CDB7-4BF4-894E-6683A4D51879}" destId="{BDC3F0CE-23CB-40ED-BC99-C273C4D6647C}" srcOrd="0" destOrd="0" presId="urn:microsoft.com/office/officeart/2018/2/layout/IconLabelList"/>
    <dgm:cxn modelId="{E811AEE9-AC25-4E43-B60C-DA2548BD0AE1}" srcId="{24E1F403-3828-4070-9FAE-1D17A59952D6}" destId="{4B25A5C2-77E2-41A2-A154-FD70D222DCF6}" srcOrd="1" destOrd="0" parTransId="{152B15F2-DD7B-452C-8CED-57BEBFC75CA2}" sibTransId="{2F799BC9-AD4E-4245-A1E1-6FC76D1F7ED1}"/>
    <dgm:cxn modelId="{00385094-C600-485D-B871-EFEFD27857ED}" type="presParOf" srcId="{ED706B66-7714-4264-9E7F-43CF820F1146}" destId="{D263A9B7-69E9-43AC-BD75-19163738DA77}" srcOrd="0" destOrd="0" presId="urn:microsoft.com/office/officeart/2018/2/layout/IconLabelList"/>
    <dgm:cxn modelId="{04746747-AA06-4EA5-A722-926C3E4E800C}" type="presParOf" srcId="{D263A9B7-69E9-43AC-BD75-19163738DA77}" destId="{0F5A597D-3681-462B-9CB3-57BFCA990370}" srcOrd="0" destOrd="0" presId="urn:microsoft.com/office/officeart/2018/2/layout/IconLabelList"/>
    <dgm:cxn modelId="{46231B6A-164F-40E7-B166-529A08829929}" type="presParOf" srcId="{D263A9B7-69E9-43AC-BD75-19163738DA77}" destId="{A4AF53DB-FEE1-4959-BF56-81102B979141}" srcOrd="1" destOrd="0" presId="urn:microsoft.com/office/officeart/2018/2/layout/IconLabelList"/>
    <dgm:cxn modelId="{94A921D4-DD0A-4547-BCE0-54729E984989}" type="presParOf" srcId="{D263A9B7-69E9-43AC-BD75-19163738DA77}" destId="{BDC3F0CE-23CB-40ED-BC99-C273C4D6647C}" srcOrd="2" destOrd="0" presId="urn:microsoft.com/office/officeart/2018/2/layout/IconLabelList"/>
    <dgm:cxn modelId="{3F6DE3E8-5C0C-4424-A1D2-CD68EAB5CAF1}" type="presParOf" srcId="{ED706B66-7714-4264-9E7F-43CF820F1146}" destId="{DB21BEBB-08F9-420B-95FB-C73178E051B1}" srcOrd="1" destOrd="0" presId="urn:microsoft.com/office/officeart/2018/2/layout/IconLabelList"/>
    <dgm:cxn modelId="{2F288B79-B92A-4642-9620-16E65E07DE1E}" type="presParOf" srcId="{ED706B66-7714-4264-9E7F-43CF820F1146}" destId="{1C3C1C71-5977-46E0-86BC-8709D460F62A}" srcOrd="2" destOrd="0" presId="urn:microsoft.com/office/officeart/2018/2/layout/IconLabelList"/>
    <dgm:cxn modelId="{ECC9D524-9D23-44AD-B76D-EA478E827DFE}" type="presParOf" srcId="{1C3C1C71-5977-46E0-86BC-8709D460F62A}" destId="{D9EF36F0-6087-4668-A8CE-B21199A5EFFF}" srcOrd="0" destOrd="0" presId="urn:microsoft.com/office/officeart/2018/2/layout/IconLabelList"/>
    <dgm:cxn modelId="{4FEC59F4-9565-41D8-BA22-29ADD6BF3C80}" type="presParOf" srcId="{1C3C1C71-5977-46E0-86BC-8709D460F62A}" destId="{B881A3CC-76A4-4B07-88B6-837D2C10CA8F}" srcOrd="1" destOrd="0" presId="urn:microsoft.com/office/officeart/2018/2/layout/IconLabelList"/>
    <dgm:cxn modelId="{38B356F7-E5FB-423B-9C1C-C238198C8B98}" type="presParOf" srcId="{1C3C1C71-5977-46E0-86BC-8709D460F62A}" destId="{997F0134-8156-41D1-A276-33ED88561113}" srcOrd="2" destOrd="0" presId="urn:microsoft.com/office/officeart/2018/2/layout/IconLabelList"/>
    <dgm:cxn modelId="{5594A724-7130-48EE-A249-02DF9A9F618A}" type="presParOf" srcId="{ED706B66-7714-4264-9E7F-43CF820F1146}" destId="{2F22D335-C3E4-41BB-A142-67D3A949A3C5}" srcOrd="3" destOrd="0" presId="urn:microsoft.com/office/officeart/2018/2/layout/IconLabelList"/>
    <dgm:cxn modelId="{1F379A42-4BB7-4D36-B7D3-014AC61C5F1C}" type="presParOf" srcId="{ED706B66-7714-4264-9E7F-43CF820F1146}" destId="{DFCE84B9-4704-446D-B3DC-C8EADB8018B9}" srcOrd="4" destOrd="0" presId="urn:microsoft.com/office/officeart/2018/2/layout/IconLabelList"/>
    <dgm:cxn modelId="{0EFF20F1-BAD4-4790-BAFD-A783D8F97BFB}" type="presParOf" srcId="{DFCE84B9-4704-446D-B3DC-C8EADB8018B9}" destId="{E7756C0A-BCE5-40FF-933D-22CFC5428410}" srcOrd="0" destOrd="0" presId="urn:microsoft.com/office/officeart/2018/2/layout/IconLabelList"/>
    <dgm:cxn modelId="{4FA3FCAD-2669-41F6-B18A-FFA7CA8A979B}" type="presParOf" srcId="{DFCE84B9-4704-446D-B3DC-C8EADB8018B9}" destId="{934C2A15-96D8-4293-A360-3A6E5F5A6164}" srcOrd="1" destOrd="0" presId="urn:microsoft.com/office/officeart/2018/2/layout/IconLabelList"/>
    <dgm:cxn modelId="{C59E4352-F512-424B-B3B0-CB43FDD54DB8}" type="presParOf" srcId="{DFCE84B9-4704-446D-B3DC-C8EADB8018B9}" destId="{AB1F18FE-0162-44BD-84FA-48CF047EEA6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FF57BA-8861-43E2-B9A3-815C5002DFC8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18889-90E8-469C-B191-64AD584F8BB0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Высокая стоимость простоев оборудования</a:t>
          </a:r>
          <a:endParaRPr lang="en-US" sz="2800" kern="1200" dirty="0"/>
        </a:p>
      </dsp:txBody>
      <dsp:txXfrm>
        <a:off x="398656" y="1088253"/>
        <a:ext cx="2959127" cy="1837317"/>
      </dsp:txXfrm>
    </dsp:sp>
    <dsp:sp modelId="{06EB1B2B-433B-40E4-8649-3FB3C2C32425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330146-06F2-46D6-8532-FFBD5E5665E1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/>
            <a:t>Износ узлов робота-паллетизатора</a:t>
          </a:r>
          <a:endParaRPr lang="en-US" sz="2800" kern="1200"/>
        </a:p>
      </dsp:txBody>
      <dsp:txXfrm>
        <a:off x="4155097" y="1088253"/>
        <a:ext cx="2959127" cy="1837317"/>
      </dsp:txXfrm>
    </dsp:sp>
    <dsp:sp modelId="{44A159B9-BDEF-4BF8-A5D0-BC8249400D2F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968375-44D9-4D05-99FA-61DB6A68E6B1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Различные ограничения регламентного ТО</a:t>
          </a:r>
          <a:endParaRPr lang="en-US" sz="2800" kern="1200" dirty="0"/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76E8E4-86F3-4C42-8B58-89906B0C0377}">
      <dsp:nvSpPr>
        <dsp:cNvPr id="0" name=""/>
        <dsp:cNvSpPr/>
      </dsp:nvSpPr>
      <dsp:spPr>
        <a:xfrm>
          <a:off x="0" y="598545"/>
          <a:ext cx="9724031" cy="11050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887C20-1D71-4308-8939-210F7145F43E}">
      <dsp:nvSpPr>
        <dsp:cNvPr id="0" name=""/>
        <dsp:cNvSpPr/>
      </dsp:nvSpPr>
      <dsp:spPr>
        <a:xfrm>
          <a:off x="334264" y="847172"/>
          <a:ext cx="607754" cy="6077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015CD-5EF1-416E-AB15-AE7A1DFC01A5}">
      <dsp:nvSpPr>
        <dsp:cNvPr id="0" name=""/>
        <dsp:cNvSpPr/>
      </dsp:nvSpPr>
      <dsp:spPr>
        <a:xfrm>
          <a:off x="1276283" y="598545"/>
          <a:ext cx="8447747" cy="1105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47" tIns="116947" rIns="116947" bIns="11694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/>
            <a:t>Цель</a:t>
          </a:r>
          <a:r>
            <a:rPr lang="en-US" sz="2500" b="1" kern="1200"/>
            <a:t>: </a:t>
          </a:r>
          <a:r>
            <a:rPr lang="ru-RU" sz="2500" kern="1200"/>
            <a:t>повышение надёжности за счёт предиктивного обслуживания</a:t>
          </a:r>
          <a:r>
            <a:rPr lang="en-US" sz="2500" kern="1200"/>
            <a:t>.</a:t>
          </a:r>
        </a:p>
      </dsp:txBody>
      <dsp:txXfrm>
        <a:off x="1276283" y="598545"/>
        <a:ext cx="8447747" cy="1105007"/>
      </dsp:txXfrm>
    </dsp:sp>
    <dsp:sp modelId="{7E2708D8-D265-4668-BCD6-748CFFF08295}">
      <dsp:nvSpPr>
        <dsp:cNvPr id="0" name=""/>
        <dsp:cNvSpPr/>
      </dsp:nvSpPr>
      <dsp:spPr>
        <a:xfrm>
          <a:off x="0" y="1979804"/>
          <a:ext cx="9724031" cy="11050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B85226-6273-4329-8A27-C8FF41564E28}">
      <dsp:nvSpPr>
        <dsp:cNvPr id="0" name=""/>
        <dsp:cNvSpPr/>
      </dsp:nvSpPr>
      <dsp:spPr>
        <a:xfrm>
          <a:off x="334264" y="2228431"/>
          <a:ext cx="607754" cy="6077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F99CD-0CD2-4BDA-9F1C-1D9639CE60C0}">
      <dsp:nvSpPr>
        <dsp:cNvPr id="0" name=""/>
        <dsp:cNvSpPr/>
      </dsp:nvSpPr>
      <dsp:spPr>
        <a:xfrm>
          <a:off x="1276283" y="1979804"/>
          <a:ext cx="4375813" cy="1105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47" tIns="116947" rIns="116947" bIns="11694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/>
            <a:t>Задачи</a:t>
          </a:r>
          <a:r>
            <a:rPr lang="en-US" sz="2500" b="1" kern="1200"/>
            <a:t>:</a:t>
          </a:r>
          <a:endParaRPr lang="en-US" sz="2500" kern="1200"/>
        </a:p>
      </dsp:txBody>
      <dsp:txXfrm>
        <a:off x="1276283" y="1979804"/>
        <a:ext cx="4375813" cy="1105007"/>
      </dsp:txXfrm>
    </dsp:sp>
    <dsp:sp modelId="{389BC6BE-2F21-4ABD-9066-8D2039674DF9}">
      <dsp:nvSpPr>
        <dsp:cNvPr id="0" name=""/>
        <dsp:cNvSpPr/>
      </dsp:nvSpPr>
      <dsp:spPr>
        <a:xfrm>
          <a:off x="5652097" y="1979804"/>
          <a:ext cx="4071933" cy="1105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47" tIns="116947" rIns="116947" bIns="116947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Анализ производственного процесса паллетизации</a:t>
          </a:r>
          <a:r>
            <a:rPr lang="en-US" sz="1100" kern="1200"/>
            <a:t>;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Разработка алгоритма прогнозирования </a:t>
          </a:r>
          <a:r>
            <a:rPr lang="en-US" sz="1100" kern="1200"/>
            <a:t>RUL;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Проектирование программно-аппаратного комплекса</a:t>
          </a:r>
          <a:r>
            <a:rPr lang="en-US" sz="1100" kern="1200"/>
            <a:t>;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Оценка надёжности и экономической эффективности.</a:t>
          </a:r>
          <a:endParaRPr lang="en-US" sz="1100" kern="1200"/>
        </a:p>
      </dsp:txBody>
      <dsp:txXfrm>
        <a:off x="5652097" y="1979804"/>
        <a:ext cx="4071933" cy="11050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EF4BC9-FA08-4C7A-965E-2191705BAFE5}">
      <dsp:nvSpPr>
        <dsp:cNvPr id="0" name=""/>
        <dsp:cNvSpPr/>
      </dsp:nvSpPr>
      <dsp:spPr>
        <a:xfrm>
          <a:off x="677492" y="23804"/>
          <a:ext cx="1338187" cy="1338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F995BE-9845-40E0-86B0-6AA023B6FADB}">
      <dsp:nvSpPr>
        <dsp:cNvPr id="0" name=""/>
        <dsp:cNvSpPr/>
      </dsp:nvSpPr>
      <dsp:spPr>
        <a:xfrm>
          <a:off x="962680" y="308992"/>
          <a:ext cx="767812" cy="767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03D22-04A9-4D95-A258-D6470C6051A7}">
      <dsp:nvSpPr>
        <dsp:cNvPr id="0" name=""/>
        <dsp:cNvSpPr/>
      </dsp:nvSpPr>
      <dsp:spPr>
        <a:xfrm>
          <a:off x="249711" y="1778804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Узлы робота-паллетизатора ABB IRB660-180/3.15</a:t>
          </a:r>
        </a:p>
      </dsp:txBody>
      <dsp:txXfrm>
        <a:off x="249711" y="1778804"/>
        <a:ext cx="2193750" cy="720000"/>
      </dsp:txXfrm>
    </dsp:sp>
    <dsp:sp modelId="{A8147017-B698-4883-B9A4-5482CF8C137E}">
      <dsp:nvSpPr>
        <dsp:cNvPr id="0" name=""/>
        <dsp:cNvSpPr/>
      </dsp:nvSpPr>
      <dsp:spPr>
        <a:xfrm>
          <a:off x="677492" y="3047242"/>
          <a:ext cx="1338187" cy="1338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EA71E3-8AB0-4D22-AB7C-5DA5A2A21E0A}">
      <dsp:nvSpPr>
        <dsp:cNvPr id="0" name=""/>
        <dsp:cNvSpPr/>
      </dsp:nvSpPr>
      <dsp:spPr>
        <a:xfrm>
          <a:off x="962680" y="3332429"/>
          <a:ext cx="767812" cy="767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F9234B-F283-41BA-A49D-FA3D5CF58D41}">
      <dsp:nvSpPr>
        <dsp:cNvPr id="0" name=""/>
        <dsp:cNvSpPr/>
      </dsp:nvSpPr>
      <dsp:spPr>
        <a:xfrm>
          <a:off x="249711" y="4802242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Процесс паллетизации бутылок весом 63кг</a:t>
          </a:r>
        </a:p>
      </dsp:txBody>
      <dsp:txXfrm>
        <a:off x="249711" y="4802242"/>
        <a:ext cx="2193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E53D88-CC92-4196-8349-2D592959302D}">
      <dsp:nvSpPr>
        <dsp:cNvPr id="0" name=""/>
        <dsp:cNvSpPr/>
      </dsp:nvSpPr>
      <dsp:spPr>
        <a:xfrm>
          <a:off x="752566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265EA3-AA37-4D5D-BD7F-F7FB04488EAE}">
      <dsp:nvSpPr>
        <dsp:cNvPr id="0" name=""/>
        <dsp:cNvSpPr/>
      </dsp:nvSpPr>
      <dsp:spPr>
        <a:xfrm>
          <a:off x="10068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Непрерывный сбор данных</a:t>
          </a:r>
          <a:r>
            <a:rPr lang="en-US" sz="1900" kern="1200"/>
            <a:t>;</a:t>
          </a:r>
        </a:p>
      </dsp:txBody>
      <dsp:txXfrm>
        <a:off x="100682" y="2175763"/>
        <a:ext cx="2370489" cy="720000"/>
      </dsp:txXfrm>
    </dsp:sp>
    <dsp:sp modelId="{46CAA18E-BCBD-4B5A-B4B9-301AFF533F6E}">
      <dsp:nvSpPr>
        <dsp:cNvPr id="0" name=""/>
        <dsp:cNvSpPr/>
      </dsp:nvSpPr>
      <dsp:spPr>
        <a:xfrm>
          <a:off x="3537891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159265-045F-4B8C-9D9C-98F32DF25E2F}">
      <dsp:nvSpPr>
        <dsp:cNvPr id="0" name=""/>
        <dsp:cNvSpPr/>
      </dsp:nvSpPr>
      <dsp:spPr>
        <a:xfrm>
          <a:off x="288600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Оценка деградации узлов</a:t>
          </a:r>
          <a:r>
            <a:rPr lang="en-US" sz="1900" kern="1200"/>
            <a:t>;</a:t>
          </a:r>
        </a:p>
      </dsp:txBody>
      <dsp:txXfrm>
        <a:off x="2886007" y="2175763"/>
        <a:ext cx="2370489" cy="720000"/>
      </dsp:txXfrm>
    </dsp:sp>
    <dsp:sp modelId="{79361148-B435-4C72-9F47-2EB3E1BCB5A1}">
      <dsp:nvSpPr>
        <dsp:cNvPr id="0" name=""/>
        <dsp:cNvSpPr/>
      </dsp:nvSpPr>
      <dsp:spPr>
        <a:xfrm>
          <a:off x="6323216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D34666-34D5-44B7-A3F5-EE1F6DE8838D}">
      <dsp:nvSpPr>
        <dsp:cNvPr id="0" name=""/>
        <dsp:cNvSpPr/>
      </dsp:nvSpPr>
      <dsp:spPr>
        <a:xfrm>
          <a:off x="567133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Прогноз остаточного ресурса</a:t>
          </a:r>
          <a:r>
            <a:rPr lang="en-US" sz="1900" kern="1200"/>
            <a:t>(RUL);</a:t>
          </a:r>
        </a:p>
      </dsp:txBody>
      <dsp:txXfrm>
        <a:off x="5671332" y="2175763"/>
        <a:ext cx="2370489" cy="720000"/>
      </dsp:txXfrm>
    </dsp:sp>
    <dsp:sp modelId="{54EACB97-0E8C-4DE4-AA06-3938F0220DC4}">
      <dsp:nvSpPr>
        <dsp:cNvPr id="0" name=""/>
        <dsp:cNvSpPr/>
      </dsp:nvSpPr>
      <dsp:spPr>
        <a:xfrm>
          <a:off x="9108541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16EEF-8ED9-4967-9559-7B237D3D80E6}">
      <dsp:nvSpPr>
        <dsp:cNvPr id="0" name=""/>
        <dsp:cNvSpPr/>
      </dsp:nvSpPr>
      <dsp:spPr>
        <a:xfrm>
          <a:off x="845665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Обслуживание по состоянию.</a:t>
          </a:r>
          <a:endParaRPr lang="en-US" sz="1900" kern="1200"/>
        </a:p>
      </dsp:txBody>
      <dsp:txXfrm>
        <a:off x="8456657" y="2175763"/>
        <a:ext cx="2370489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064938-E28B-442F-88EA-F31D557D65C3}">
      <dsp:nvSpPr>
        <dsp:cNvPr id="0" name=""/>
        <dsp:cNvSpPr/>
      </dsp:nvSpPr>
      <dsp:spPr>
        <a:xfrm>
          <a:off x="0" y="273403"/>
          <a:ext cx="4959603" cy="29757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Критерии надёжности</a:t>
          </a:r>
          <a:r>
            <a:rPr lang="en-US" sz="3300" kern="1200"/>
            <a:t>: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600" kern="1200"/>
            <a:t>Вероятность безотказной работы не менее 95%</a:t>
          </a:r>
          <a:r>
            <a:rPr lang="en-US" sz="2600" kern="1200"/>
            <a:t>;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600" kern="1200"/>
            <a:t>Среднее время наработки на отказ не менее 40000 часов.</a:t>
          </a:r>
          <a:endParaRPr lang="en-US" sz="2600" kern="1200"/>
        </a:p>
      </dsp:txBody>
      <dsp:txXfrm>
        <a:off x="87157" y="360560"/>
        <a:ext cx="4785289" cy="280144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5A597D-3681-462B-9CB3-57BFCA990370}">
      <dsp:nvSpPr>
        <dsp:cNvPr id="0" name=""/>
        <dsp:cNvSpPr/>
      </dsp:nvSpPr>
      <dsp:spPr>
        <a:xfrm>
          <a:off x="947201" y="567162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C3F0CE-23CB-40ED-BC99-C273C4D6647C}">
      <dsp:nvSpPr>
        <dsp:cNvPr id="0" name=""/>
        <dsp:cNvSpPr/>
      </dsp:nvSpPr>
      <dsp:spPr>
        <a:xfrm>
          <a:off x="59990" y="2402242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Простои снижены</a:t>
          </a:r>
          <a:endParaRPr lang="en-US" sz="2200" kern="1200" dirty="0"/>
        </a:p>
      </dsp:txBody>
      <dsp:txXfrm>
        <a:off x="59990" y="2402242"/>
        <a:ext cx="3226223" cy="720000"/>
      </dsp:txXfrm>
    </dsp:sp>
    <dsp:sp modelId="{D9EF36F0-6087-4668-A8CE-B21199A5EFFF}">
      <dsp:nvSpPr>
        <dsp:cNvPr id="0" name=""/>
        <dsp:cNvSpPr/>
      </dsp:nvSpPr>
      <dsp:spPr>
        <a:xfrm>
          <a:off x="4738014" y="567162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7F0134-8156-41D1-A276-33ED88561113}">
      <dsp:nvSpPr>
        <dsp:cNvPr id="0" name=""/>
        <dsp:cNvSpPr/>
      </dsp:nvSpPr>
      <dsp:spPr>
        <a:xfrm>
          <a:off x="3850802" y="2402242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/>
            <a:t>Финансовые потери снижены</a:t>
          </a:r>
          <a:endParaRPr lang="en-US" sz="2200" kern="1200"/>
        </a:p>
      </dsp:txBody>
      <dsp:txXfrm>
        <a:off x="3850802" y="2402242"/>
        <a:ext cx="3226223" cy="720000"/>
      </dsp:txXfrm>
    </dsp:sp>
    <dsp:sp modelId="{E7756C0A-BCE5-40FF-933D-22CFC5428410}">
      <dsp:nvSpPr>
        <dsp:cNvPr id="0" name=""/>
        <dsp:cNvSpPr/>
      </dsp:nvSpPr>
      <dsp:spPr>
        <a:xfrm>
          <a:off x="8528826" y="567162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1F18FE-0162-44BD-84FA-48CF047EEA6A}">
      <dsp:nvSpPr>
        <dsp:cNvPr id="0" name=""/>
        <dsp:cNvSpPr/>
      </dsp:nvSpPr>
      <dsp:spPr>
        <a:xfrm>
          <a:off x="7641615" y="2402242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/>
            <a:t>Эффективность производства повышена</a:t>
          </a:r>
          <a:endParaRPr lang="en-US" sz="2200" kern="1200"/>
        </a:p>
      </dsp:txBody>
      <dsp:txXfrm>
        <a:off x="7641615" y="2402242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667C4-B6B6-42CD-BDCB-F63495E685A5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77ACE-2F6A-403A-9648-8BF3FD61A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77ACE-2F6A-403A-9648-8BF3FD61A91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334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77ACE-2F6A-403A-9648-8BF3FD61A91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895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77ACE-2F6A-403A-9648-8BF3FD61A91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463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CBB52C-6B28-9EC0-DB08-78E0AD7C5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154067-B666-385B-C3F9-352EB4104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A36594-D6CA-466F-EF29-3DFCFFB8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EE08-8949-4FE8-8C9F-52417BD2DF4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5131FA-13BC-288A-B3E0-6113720F5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580F63-9C83-3F8D-AB11-2EB75248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609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71E78F-7F27-9558-8AC8-A745354D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B8FB22-919E-CC91-6649-A893E26C3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1DA26F-72CA-0AAC-1FBF-2A65F6EA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EE08-8949-4FE8-8C9F-52417BD2DF4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6B7990-E52A-DCBE-E3F1-4FB7D1FFB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F7B4E7-B01A-E690-0034-2729C3EC1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10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27AD6-EFB8-5320-6197-A5A4004D1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A7B37E-1358-E14F-2386-F77B263BE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7455D1-3EA0-C90A-3FDB-E4C19C98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EE08-8949-4FE8-8C9F-52417BD2DF4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E4148A-F12D-FC11-4C9B-F638C1961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E66BF2-14ED-668E-5F4A-7FD4FF63A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873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52BEC6-6FC7-FCC7-F29E-FA4623763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61165C-A9A6-6161-DBBC-4CC6E5D162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60546F-F0B6-7888-5522-B20377946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666F81-3DD1-A647-E55D-CB0AB9C60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EE08-8949-4FE8-8C9F-52417BD2DF4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371CC9-97C2-3127-6291-95A436FA3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40D24F-39E2-C9BC-72EE-4FF67769C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5838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29D94-19A8-47D9-D4D1-228BC2402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8028CF-BEFE-2409-77C9-2661452D7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321B26-B35B-321A-F8F6-AC2BBF011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A7AD705-8FF9-5990-81FA-E0E139C22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6180D4A-6EC8-AC2C-165F-8CB1B4E90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BAA14EC-54EC-4EB5-B40B-CBB05E7CC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EE08-8949-4FE8-8C9F-52417BD2DF4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8532A3C-EE24-6023-9E91-7A228A471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654E412-90FB-B12E-F7F3-39EA48F3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226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79B08-7C29-357E-2C88-56850DF04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BE72FE-C40D-6CCA-E55C-5C145852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EE08-8949-4FE8-8C9F-52417BD2DF4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6CEADA-8D73-0A76-F6E2-C53064387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52219D5-2048-C832-BB21-8BD65A86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1569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B9E2853-9C39-ACF5-FE79-2531AA50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EE08-8949-4FE8-8C9F-52417BD2DF4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9375221-E59A-2A94-96C7-7514AB94D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86B9A9-BA17-9EAE-DDAD-4DC3D96AB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7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9E766B-4DD3-34AA-CF6B-40459D753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4072F4-C28B-9467-220B-95609CA09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E790C5-6A17-CF36-2CA7-69D7DCA45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304786-26E7-A0A0-1DE1-AB0C9E12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EE08-8949-4FE8-8C9F-52417BD2DF4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953E8A-FF6D-E92A-441C-B5A9AC13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057C3D-D7BB-E069-8EF7-C3BE1D0B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971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6E65ED-38AE-93C1-1992-EF9192DA6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E1E9B70-C7BF-95A7-9512-6E6060E7D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749B92-3E1C-5C04-B7DF-9C65A9B81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42E6E2-543C-F8A4-9BC2-8EFA19F98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EE08-8949-4FE8-8C9F-52417BD2DF4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C6C466-80F4-D7AA-B2F3-3782CD7C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979730-A7E9-EB25-049A-A5D21857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482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EBFD4-2EA4-7392-B798-31D6DC3F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4B4BCB-BE49-FECA-659F-FECB6D0FB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EF2B45-F158-F653-F706-43C44859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EE08-8949-4FE8-8C9F-52417BD2DF4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B70ABF-6EF9-1914-6E82-3D07A39AD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77A0AD-FAA9-4CBB-766E-AD306C55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07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6C3C3D8-1060-3E49-A443-95C7DF2590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B47937-D84B-9E84-01B2-884ADA1BC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8BBF6B-F5D4-74FA-7CEC-7FCA308F2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EEE08-8949-4FE8-8C9F-52417BD2DF4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2ACBD1-19DA-C202-C4F0-B3EFAA926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4B3276-1015-4762-1D7A-9176A1EE3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459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89766-00ED-247B-535F-C1237521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BCDF3B-5702-989C-C68B-AFD1D7C1C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4BF2AB-924F-28AC-7C76-75CFA2F3C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EEE08-8949-4FE8-8C9F-52417BD2DF40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A9E061-7919-CDD6-C6AB-41D8351F9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23ADCC-7A6E-A2F3-011F-45BE8CE5F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461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slideLayout" Target="../slideLayouts/slideLayout8.xml"/><Relationship Id="rId7" Type="http://schemas.openxmlformats.org/officeDocument/2006/relationships/diagramLayout" Target="../diagrams/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diagramData" Target="../diagrams/data3.xml"/><Relationship Id="rId5" Type="http://schemas.openxmlformats.org/officeDocument/2006/relationships/image" Target="../media/image7.png"/><Relationship Id="rId10" Type="http://schemas.microsoft.com/office/2007/relationships/diagramDrawing" Target="../diagrams/drawing3.xml"/><Relationship Id="rId4" Type="http://schemas.openxmlformats.org/officeDocument/2006/relationships/notesSlide" Target="../notesSlides/notesSlide1.xml"/><Relationship Id="rId9" Type="http://schemas.openxmlformats.org/officeDocument/2006/relationships/diagramColors" Target="../diagrams/colors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2.jp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5E482-5E54-788D-0AC3-9F519A39C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ru-RU" sz="3700" dirty="0">
                <a:solidFill>
                  <a:srgbClr val="FFFFFF"/>
                </a:solidFill>
              </a:rPr>
              <a:t>Системы предиктивного обслуживания узлов робота-паллетизатора на участке розлива </a:t>
            </a:r>
            <a:r>
              <a:rPr lang="ru-RU" sz="3700" dirty="0" err="1">
                <a:solidFill>
                  <a:srgbClr val="FFFFFF"/>
                </a:solidFill>
              </a:rPr>
              <a:t>продукци</a:t>
            </a:r>
            <a:r>
              <a:rPr lang="ru-RU" sz="37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B138F1-413E-EFD5-38CA-CF6CB9623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ru-RU" sz="7200" dirty="0">
                <a:solidFill>
                  <a:srgbClr val="FFFFFF"/>
                </a:solidFill>
              </a:rPr>
              <a:t>Миронов Е.М. группа РК9-73Б</a:t>
            </a:r>
          </a:p>
          <a:p>
            <a:pPr algn="l"/>
            <a:r>
              <a:rPr lang="ru-RU" sz="7200" dirty="0">
                <a:solidFill>
                  <a:srgbClr val="FFFFFF"/>
                </a:solidFill>
              </a:rPr>
              <a:t>Научный руководитель – Сащенко Д.В.</a:t>
            </a:r>
          </a:p>
          <a:p>
            <a:pPr algn="l"/>
            <a:endParaRPr lang="ru-RU" sz="7200" dirty="0">
              <a:solidFill>
                <a:srgbClr val="FFFFFF"/>
              </a:solidFill>
            </a:endParaRPr>
          </a:p>
          <a:p>
            <a:pPr algn="l"/>
            <a:endParaRPr lang="ru-RU" sz="7200" dirty="0">
              <a:solidFill>
                <a:srgbClr val="FFFFFF"/>
              </a:solidFill>
            </a:endParaRPr>
          </a:p>
          <a:p>
            <a:pPr algn="r"/>
            <a:r>
              <a:rPr lang="ru-RU" sz="7200" dirty="0">
                <a:solidFill>
                  <a:srgbClr val="FFFFFF"/>
                </a:solidFill>
              </a:rPr>
              <a:t>2025</a:t>
            </a:r>
          </a:p>
          <a:p>
            <a:pPr algn="l"/>
            <a:endParaRPr lang="ru-RU" sz="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174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CE2C1-F6F0-5B93-CE79-804D02AF3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ru-RU" sz="4000" dirty="0">
                <a:solidFill>
                  <a:srgbClr val="FFFFFF"/>
                </a:solidFill>
              </a:rPr>
              <a:t>Актуальность</a:t>
            </a:r>
          </a:p>
        </p:txBody>
      </p:sp>
      <p:graphicFrame>
        <p:nvGraphicFramePr>
          <p:cNvPr id="25" name="Объект 2">
            <a:extLst>
              <a:ext uri="{FF2B5EF4-FFF2-40B4-BE49-F238E27FC236}">
                <a16:creationId xmlns:a16="http://schemas.microsoft.com/office/drawing/2014/main" id="{F8DC861A-1B32-974A-7CE0-40F3CA618B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017900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240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878984-89D4-C83B-69B2-FD077475A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>
                <a:solidFill>
                  <a:srgbClr val="FFFFFF"/>
                </a:solidFill>
              </a:rPr>
              <a:t>Цели и задачи</a:t>
            </a:r>
          </a:p>
        </p:txBody>
      </p:sp>
      <p:graphicFrame>
        <p:nvGraphicFramePr>
          <p:cNvPr id="19" name="Объект 2">
            <a:extLst>
              <a:ext uri="{FF2B5EF4-FFF2-40B4-BE49-F238E27FC236}">
                <a16:creationId xmlns:a16="http://schemas.microsoft.com/office/drawing/2014/main" id="{81053DDA-0CE6-E765-5CF3-64BE9FD2325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599" y="2318197"/>
          <a:ext cx="9724031" cy="3683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052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1395BE-9760-0B8E-532C-2C4A3ECF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77708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Производственная линия</a:t>
            </a:r>
          </a:p>
        </p:txBody>
      </p:sp>
      <p:pic>
        <p:nvPicPr>
          <p:cNvPr id="5" name="Объект 4" descr="Изображение выглядит как текст, План, диаграмма, кар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0A84FFF-E217-5049-4DF5-E90741533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116760"/>
            <a:ext cx="7225748" cy="462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08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076D64-B7DC-7DAC-16F9-5936F26DE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Участок паллетизации</a:t>
            </a:r>
          </a:p>
        </p:txBody>
      </p:sp>
      <p:pic>
        <p:nvPicPr>
          <p:cNvPr id="5" name="Объект 4" descr="Изображение выглядит как зарисовка, диаграмма, рисунок, План">
            <a:extLst>
              <a:ext uri="{FF2B5EF4-FFF2-40B4-BE49-F238E27FC236}">
                <a16:creationId xmlns:a16="http://schemas.microsoft.com/office/drawing/2014/main" id="{44D38D40-23DA-42C2-1C9F-7706FC420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008376"/>
            <a:ext cx="7225748" cy="4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186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8" name="Rectangle 10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0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0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0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reeform: Shape 10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3" name="Rectangle 11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5FD207-A809-1D31-8998-F4C14D2D4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Объект исследования</a:t>
            </a:r>
          </a:p>
        </p:txBody>
      </p:sp>
      <p:pic>
        <p:nvPicPr>
          <p:cNvPr id="4" name="document_5343762524015725283" descr="Изображение выглядит как промышленность, инжиниринг, машина, стальной&#10;&#10;Содержимое, созданное искусственным интеллектом, может быть неверным.">
            <a:hlinkClick r:id="" action="ppaction://media"/>
            <a:extLst>
              <a:ext uri="{FF2B5EF4-FFF2-40B4-BE49-F238E27FC236}">
                <a16:creationId xmlns:a16="http://schemas.microsoft.com/office/drawing/2014/main" id="{8C3752C2-0AF4-943D-817C-949B0669AD0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464299" y="1968500"/>
            <a:ext cx="5659909" cy="3098800"/>
          </a:xfrm>
          <a:prstGeom prst="rect">
            <a:avLst/>
          </a:prstGeom>
        </p:spPr>
      </p:pic>
      <p:graphicFrame>
        <p:nvGraphicFramePr>
          <p:cNvPr id="154" name="Текст 4">
            <a:extLst>
              <a:ext uri="{FF2B5EF4-FFF2-40B4-BE49-F238E27FC236}">
                <a16:creationId xmlns:a16="http://schemas.microsoft.com/office/drawing/2014/main" id="{442F7E2D-06A7-0F12-27A7-3CD0209F65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3401889"/>
              </p:ext>
            </p:extLst>
          </p:nvPr>
        </p:nvGraphicFramePr>
        <p:xfrm>
          <a:off x="4037827" y="649480"/>
          <a:ext cx="2693173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3835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5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B0D7F8-AA65-C7EA-58A6-4FCBB7BD2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ru-RU" sz="4000">
                <a:solidFill>
                  <a:srgbClr val="FFFFFF"/>
                </a:solidFill>
              </a:rPr>
              <a:t>Концепция </a:t>
            </a:r>
            <a:r>
              <a:rPr lang="en-US" sz="4000">
                <a:solidFill>
                  <a:srgbClr val="FFFFFF"/>
                </a:solidFill>
              </a:rPr>
              <a:t>PdM</a:t>
            </a:r>
            <a:endParaRPr lang="ru-RU" sz="4000">
              <a:solidFill>
                <a:srgbClr val="FFFFFF"/>
              </a:solidFill>
            </a:endParaRPr>
          </a:p>
        </p:txBody>
      </p:sp>
      <p:graphicFrame>
        <p:nvGraphicFramePr>
          <p:cNvPr id="53" name="Объект 3">
            <a:extLst>
              <a:ext uri="{FF2B5EF4-FFF2-40B4-BE49-F238E27FC236}">
                <a16:creationId xmlns:a16="http://schemas.microsoft.com/office/drawing/2014/main" id="{F4105351-4D6D-104D-A173-FAE3476999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95204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14788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27A7-D7EB-A17A-D4E7-2BEC2774C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Архитектура ПАК</a:t>
            </a:r>
          </a:p>
        </p:txBody>
      </p:sp>
      <p:pic>
        <p:nvPicPr>
          <p:cNvPr id="4" name="Рисунок 3" descr="Изображение выглядит как текст, снимок экрана, Шрифт, линия">
            <a:extLst>
              <a:ext uri="{FF2B5EF4-FFF2-40B4-BE49-F238E27FC236}">
                <a16:creationId xmlns:a16="http://schemas.microsoft.com/office/drawing/2014/main" id="{C9F100C2-62DF-F590-B5E4-00EDE244E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2025980"/>
            <a:ext cx="11327549" cy="433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47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7BD045-EF25-93E3-DE31-BC614D747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Алгоритм RUL</a:t>
            </a:r>
          </a:p>
        </p:txBody>
      </p:sp>
      <p:pic>
        <p:nvPicPr>
          <p:cNvPr id="4" name="Рисунок 3" descr="Изображение выглядит как текст, снимок экрана, диаграмма, Шрифт">
            <a:extLst>
              <a:ext uri="{FF2B5EF4-FFF2-40B4-BE49-F238E27FC236}">
                <a16:creationId xmlns:a16="http://schemas.microsoft.com/office/drawing/2014/main" id="{7868701F-149B-7BC6-6C0C-3683989A3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359" y="467208"/>
            <a:ext cx="7051885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35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9B17F5-A133-39D3-0E2A-852420A15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ru-RU" sz="4000"/>
              <a:t>Надёжность системы</a:t>
            </a:r>
          </a:p>
        </p:txBody>
      </p:sp>
      <p:graphicFrame>
        <p:nvGraphicFramePr>
          <p:cNvPr id="18" name="Объект 2">
            <a:extLst>
              <a:ext uri="{FF2B5EF4-FFF2-40B4-BE49-F238E27FC236}">
                <a16:creationId xmlns:a16="http://schemas.microsoft.com/office/drawing/2014/main" id="{38F5536E-CBCF-746D-138F-CF8A192879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36397" y="2418408"/>
          <a:ext cx="4959603" cy="3522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Рисунок 4" descr="Изображение выглядит как линия, текст, График, диаграмма">
            <a:extLst>
              <a:ext uri="{FF2B5EF4-FFF2-40B4-BE49-F238E27FC236}">
                <a16:creationId xmlns:a16="http://schemas.microsoft.com/office/drawing/2014/main" id="{9405247B-D858-EA90-5E06-98EFFC03E5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442" y="1245733"/>
            <a:ext cx="5201023" cy="395277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92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3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33AABB-4ED1-D087-0C00-5A8C2B91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ru-RU" sz="4000">
                <a:solidFill>
                  <a:srgbClr val="FFFFFF"/>
                </a:solidFill>
              </a:rPr>
              <a:t>Экономическая оценка</a:t>
            </a:r>
          </a:p>
        </p:txBody>
      </p:sp>
      <p:graphicFrame>
        <p:nvGraphicFramePr>
          <p:cNvPr id="24" name="Объект 2">
            <a:extLst>
              <a:ext uri="{FF2B5EF4-FFF2-40B4-BE49-F238E27FC236}">
                <a16:creationId xmlns:a16="http://schemas.microsoft.com/office/drawing/2014/main" id="{99EE605C-F490-4AF0-06CD-2995563883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030879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8002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62085-667E-6FF2-7F39-3D2E6D31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>
                <a:solidFill>
                  <a:srgbClr val="FFFFFF"/>
                </a:solidFill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E827BC-6B80-D3B7-FD5B-11CDBFED3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588" y="666114"/>
            <a:ext cx="3615776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PdM </a:t>
            </a:r>
            <a:r>
              <a:rPr lang="ru-RU" sz="2000" dirty="0"/>
              <a:t>повышает надёжность</a:t>
            </a:r>
            <a:r>
              <a:rPr lang="en-US" sz="2000" dirty="0"/>
              <a:t> </a:t>
            </a:r>
            <a:r>
              <a:rPr lang="ru-RU" sz="2000" dirty="0"/>
              <a:t>примерно на 5%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dirty="0"/>
              <a:t>Достигается надежность более 95%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dirty="0"/>
              <a:t>Решение экономически целесообразно</a:t>
            </a:r>
            <a:r>
              <a:rPr lang="en-US" sz="2000" dirty="0"/>
              <a:t>.</a:t>
            </a:r>
            <a:endParaRPr lang="ru-RU" sz="2000" dirty="0"/>
          </a:p>
        </p:txBody>
      </p:sp>
      <p:pic>
        <p:nvPicPr>
          <p:cNvPr id="24" name="Graphic 23" descr="Рукопожатие со сплошной заливкой">
            <a:extLst>
              <a:ext uri="{FF2B5EF4-FFF2-40B4-BE49-F238E27FC236}">
                <a16:creationId xmlns:a16="http://schemas.microsoft.com/office/drawing/2014/main" id="{8062C9CF-A9CC-F477-B0F8-3E28E0337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24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A7181D-B1C1-5CB2-E78A-1D794E593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Спасибо за внимание!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7D212340-8FAC-5569-B3BD-E8637CB42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2812CA90-EA48-4246-A00F-598320DED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7633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170</Words>
  <Application>Microsoft Office PowerPoint</Application>
  <PresentationFormat>Широкоэкранный</PresentationFormat>
  <Paragraphs>45</Paragraphs>
  <Slides>13</Slides>
  <Notes>3</Notes>
  <HiddenSlides>0</HiddenSlides>
  <MMClips>1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Системы предиктивного обслуживания узлов робота-паллетизатора на участке розлива продукци.</vt:lpstr>
      <vt:lpstr>Актуальность</vt:lpstr>
      <vt:lpstr>Цели и задачи</vt:lpstr>
      <vt:lpstr>Производственная линия</vt:lpstr>
      <vt:lpstr>Участок паллетизации</vt:lpstr>
      <vt:lpstr>Объект исследования</vt:lpstr>
      <vt:lpstr>Концепция PdM</vt:lpstr>
      <vt:lpstr>Архитектура ПАК</vt:lpstr>
      <vt:lpstr>Алгоритм RUL</vt:lpstr>
      <vt:lpstr>Надёжность системы</vt:lpstr>
      <vt:lpstr>Экономическая оценка</vt:lpstr>
      <vt:lpstr>Выводы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Системы предиктивного обслуживания узлов робота-паллетизатора на участке розлива продукци.</dc:title>
  <dc:creator>егор миронов</dc:creator>
  <cp:lastModifiedBy>егор миронов</cp:lastModifiedBy>
  <cp:revision>2</cp:revision>
  <dcterms:created xsi:type="dcterms:W3CDTF">2025-12-19T04:12:21Z</dcterms:created>
  <dcterms:modified xsi:type="dcterms:W3CDTF">2025-12-24T03:41:56Z</dcterms:modified>
</cp:coreProperties>
</file>